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7" r:id="rId11"/>
    <p:sldId id="264" r:id="rId12"/>
    <p:sldId id="265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835A40-8F2A-48CE-9110-C72BC889FE3E}" v="56" dt="2025-12-18T01:37:53.3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احمد تامر فكرى عبدالحليم النحال" userId="2c39f8a2-d4ff-4974-9fa8-0be00aa7de63" providerId="ADAL" clId="{9D0481DC-6C8A-46B3-A514-9C79C598702D}"/>
    <pc:docChg chg="undo redo custSel modSld sldOrd">
      <pc:chgData name="احمد تامر فكرى عبدالحليم النحال" userId="2c39f8a2-d4ff-4974-9fa8-0be00aa7de63" providerId="ADAL" clId="{9D0481DC-6C8A-46B3-A514-9C79C598702D}" dt="2025-12-18T01:37:53.357" v="2196"/>
      <pc:docMkLst>
        <pc:docMk/>
      </pc:docMkLst>
      <pc:sldChg chg="addSp delSp modSp mod setBg">
        <pc:chgData name="احمد تامر فكرى عبدالحليم النحال" userId="2c39f8a2-d4ff-4974-9fa8-0be00aa7de63" providerId="ADAL" clId="{9D0481DC-6C8A-46B3-A514-9C79C598702D}" dt="2025-12-17T22:14:02.033" v="1376" actId="1036"/>
        <pc:sldMkLst>
          <pc:docMk/>
          <pc:sldMk cId="0" sldId="256"/>
        </pc:sldMkLst>
        <pc:spChg chg="mod ord">
          <ac:chgData name="احمد تامر فكرى عبدالحليم النحال" userId="2c39f8a2-d4ff-4974-9fa8-0be00aa7de63" providerId="ADAL" clId="{9D0481DC-6C8A-46B3-A514-9C79C598702D}" dt="2025-12-17T21:59:00.530" v="1208" actId="167"/>
          <ac:spMkLst>
            <pc:docMk/>
            <pc:sldMk cId="0" sldId="256"/>
            <ac:spMk id="2" creationId="{00000000-0000-0000-0000-000000000000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1:59:37.034" v="1237" actId="1036"/>
          <ac:spMkLst>
            <pc:docMk/>
            <pc:sldMk cId="0" sldId="256"/>
            <ac:spMk id="6" creationId="{00000000-0000-0000-0000-000000000000}"/>
          </ac:spMkLst>
        </pc:spChg>
        <pc:spChg chg="add del">
          <ac:chgData name="احمد تامر فكرى عبدالحليم النحال" userId="2c39f8a2-d4ff-4974-9fa8-0be00aa7de63" providerId="ADAL" clId="{9D0481DC-6C8A-46B3-A514-9C79C598702D}" dt="2025-12-17T21:59:04.702" v="1211" actId="478"/>
          <ac:spMkLst>
            <pc:docMk/>
            <pc:sldMk cId="0" sldId="256"/>
            <ac:spMk id="7" creationId="{00000000-0000-0000-0000-000000000000}"/>
          </ac:spMkLst>
        </pc:spChg>
        <pc:spChg chg="add del">
          <ac:chgData name="احمد تامر فكرى عبدالحليم النحال" userId="2c39f8a2-d4ff-4974-9fa8-0be00aa7de63" providerId="ADAL" clId="{9D0481DC-6C8A-46B3-A514-9C79C598702D}" dt="2025-12-17T21:59:04.702" v="1211" actId="478"/>
          <ac:spMkLst>
            <pc:docMk/>
            <pc:sldMk cId="0" sldId="256"/>
            <ac:spMk id="8" creationId="{00000000-0000-0000-0000-000000000000}"/>
          </ac:spMkLst>
        </pc:spChg>
        <pc:spChg chg="add del mod">
          <ac:chgData name="احمد تامر فكرى عبدالحليم النحال" userId="2c39f8a2-d4ff-4974-9fa8-0be00aa7de63" providerId="ADAL" clId="{9D0481DC-6C8A-46B3-A514-9C79C598702D}" dt="2025-12-17T21:59:04.702" v="1211" actId="478"/>
          <ac:spMkLst>
            <pc:docMk/>
            <pc:sldMk cId="0" sldId="256"/>
            <ac:spMk id="9" creationId="{00000000-0000-0000-0000-000000000000}"/>
          </ac:spMkLst>
        </pc:spChg>
        <pc:spChg chg="del">
          <ac:chgData name="احمد تامر فكرى عبدالحليم النحال" userId="2c39f8a2-d4ff-4974-9fa8-0be00aa7de63" providerId="ADAL" clId="{9D0481DC-6C8A-46B3-A514-9C79C598702D}" dt="2025-12-17T21:57:11.479" v="1152" actId="478"/>
          <ac:spMkLst>
            <pc:docMk/>
            <pc:sldMk cId="0" sldId="256"/>
            <ac:spMk id="10" creationId="{00000000-0000-0000-0000-000000000000}"/>
          </ac:spMkLst>
        </pc:spChg>
        <pc:spChg chg="add del">
          <ac:chgData name="احمد تامر فكرى عبدالحليم النحال" userId="2c39f8a2-d4ff-4974-9fa8-0be00aa7de63" providerId="ADAL" clId="{9D0481DC-6C8A-46B3-A514-9C79C598702D}" dt="2025-12-17T21:59:04.702" v="1211" actId="478"/>
          <ac:spMkLst>
            <pc:docMk/>
            <pc:sldMk cId="0" sldId="256"/>
            <ac:spMk id="12" creationId="{00000000-0000-0000-0000-000000000000}"/>
          </ac:spMkLst>
        </pc:spChg>
        <pc:spChg chg="add del">
          <ac:chgData name="احمد تامر فكرى عبدالحليم النحال" userId="2c39f8a2-d4ff-4974-9fa8-0be00aa7de63" providerId="ADAL" clId="{9D0481DC-6C8A-46B3-A514-9C79C598702D}" dt="2025-12-17T21:59:04.702" v="1211" actId="478"/>
          <ac:spMkLst>
            <pc:docMk/>
            <pc:sldMk cId="0" sldId="256"/>
            <ac:spMk id="14" creationId="{00000000-0000-0000-0000-000000000000}"/>
          </ac:spMkLst>
        </pc:spChg>
        <pc:spChg chg="add del">
          <ac:chgData name="احمد تامر فكرى عبدالحليم النحال" userId="2c39f8a2-d4ff-4974-9fa8-0be00aa7de63" providerId="ADAL" clId="{9D0481DC-6C8A-46B3-A514-9C79C598702D}" dt="2025-12-17T21:59:04.702" v="1211" actId="478"/>
          <ac:spMkLst>
            <pc:docMk/>
            <pc:sldMk cId="0" sldId="256"/>
            <ac:spMk id="16" creationId="{00000000-0000-0000-0000-000000000000}"/>
          </ac:spMkLst>
        </pc:spChg>
        <pc:spChg chg="add mod">
          <ac:chgData name="احمد تامر فكرى عبدالحليم النحال" userId="2c39f8a2-d4ff-4974-9fa8-0be00aa7de63" providerId="ADAL" clId="{9D0481DC-6C8A-46B3-A514-9C79C598702D}" dt="2025-12-17T21:59:00.906" v="1209" actId="1036"/>
          <ac:spMkLst>
            <pc:docMk/>
            <pc:sldMk cId="0" sldId="256"/>
            <ac:spMk id="17" creationId="{0C732068-5556-5D97-C47B-147297B1123B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1:58:26.113" v="1193"/>
          <ac:spMkLst>
            <pc:docMk/>
            <pc:sldMk cId="0" sldId="256"/>
            <ac:spMk id="19" creationId="{E134985C-9C37-9C34-B0C2-D073162989F4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1:58:26.113" v="1193"/>
          <ac:spMkLst>
            <pc:docMk/>
            <pc:sldMk cId="0" sldId="256"/>
            <ac:spMk id="21" creationId="{25D06E0A-80A3-4C1B-C140-D5C2B8105A78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1:58:26.113" v="1193"/>
          <ac:spMkLst>
            <pc:docMk/>
            <pc:sldMk cId="0" sldId="256"/>
            <ac:spMk id="23" creationId="{C711FEBF-8D44-27B1-19A0-5840A498DA5B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1:58:26.113" v="1193"/>
          <ac:spMkLst>
            <pc:docMk/>
            <pc:sldMk cId="0" sldId="256"/>
            <ac:spMk id="25" creationId="{2BAAF8E5-C3BF-2399-BE01-BA8843FC9A89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1:58:26.113" v="1193"/>
          <ac:spMkLst>
            <pc:docMk/>
            <pc:sldMk cId="0" sldId="256"/>
            <ac:spMk id="27" creationId="{A87EA5E6-7972-2922-961F-6218DA790656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1:58:26.113" v="1193"/>
          <ac:spMkLst>
            <pc:docMk/>
            <pc:sldMk cId="0" sldId="256"/>
            <ac:spMk id="29" creationId="{073B315D-0701-BC0E-F136-708B485F9D95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1:58:26.113" v="1193"/>
          <ac:spMkLst>
            <pc:docMk/>
            <pc:sldMk cId="0" sldId="256"/>
            <ac:spMk id="31" creationId="{D357FCD1-EAE6-35F4-7B7C-0069B376212D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1:58:26.113" v="1193"/>
          <ac:spMkLst>
            <pc:docMk/>
            <pc:sldMk cId="0" sldId="256"/>
            <ac:spMk id="33" creationId="{D198EDF0-0882-A9B1-F635-335B44CC250A}"/>
          </ac:spMkLst>
        </pc:spChg>
        <pc:spChg chg="add del mod">
          <ac:chgData name="احمد تامر فكرى عبدالحليم النحال" userId="2c39f8a2-d4ff-4974-9fa8-0be00aa7de63" providerId="ADAL" clId="{9D0481DC-6C8A-46B3-A514-9C79C598702D}" dt="2025-12-17T22:13:56.074" v="1363" actId="478"/>
          <ac:spMkLst>
            <pc:docMk/>
            <pc:sldMk cId="0" sldId="256"/>
            <ac:spMk id="34" creationId="{3568D2F6-0041-E704-6F1B-DDDDE4898926}"/>
          </ac:spMkLst>
        </pc:spChg>
        <pc:spChg chg="add del mod">
          <ac:chgData name="احمد تامر فكرى عبدالحليم النحال" userId="2c39f8a2-d4ff-4974-9fa8-0be00aa7de63" providerId="ADAL" clId="{9D0481DC-6C8A-46B3-A514-9C79C598702D}" dt="2025-12-17T22:13:56.074" v="1363" actId="478"/>
          <ac:spMkLst>
            <pc:docMk/>
            <pc:sldMk cId="0" sldId="256"/>
            <ac:spMk id="35" creationId="{1F0ECFE5-DCB6-09FB-2CE2-572AF0FB6118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1:59:20.920" v="1212"/>
          <ac:spMkLst>
            <pc:docMk/>
            <pc:sldMk cId="0" sldId="256"/>
            <ac:spMk id="37" creationId="{40D6F7D3-8893-AAF5-D177-F231F546A122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1:59:20.920" v="1212"/>
          <ac:spMkLst>
            <pc:docMk/>
            <pc:sldMk cId="0" sldId="256"/>
            <ac:spMk id="39" creationId="{04EBB576-981A-501B-A764-C451BE362151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1:59:20.920" v="1212"/>
          <ac:spMkLst>
            <pc:docMk/>
            <pc:sldMk cId="0" sldId="256"/>
            <ac:spMk id="41" creationId="{33CE1ED4-0C53-F4C2-6139-47204EE10B86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1:59:20.920" v="1212"/>
          <ac:spMkLst>
            <pc:docMk/>
            <pc:sldMk cId="0" sldId="256"/>
            <ac:spMk id="43" creationId="{1DD40DF0-A16C-1963-77AA-8275B6E9D130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1:59:20.920" v="1212"/>
          <ac:spMkLst>
            <pc:docMk/>
            <pc:sldMk cId="0" sldId="256"/>
            <ac:spMk id="45" creationId="{316BA94A-CDB4-1566-69BB-9DBD8E068CB3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1:59:20.920" v="1212"/>
          <ac:spMkLst>
            <pc:docMk/>
            <pc:sldMk cId="0" sldId="256"/>
            <ac:spMk id="47" creationId="{25FA73B6-AAF4-ACE2-B1E1-8D71EBE997F5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1:59:20.920" v="1212"/>
          <ac:spMkLst>
            <pc:docMk/>
            <pc:sldMk cId="0" sldId="256"/>
            <ac:spMk id="49" creationId="{7DFB6836-61FA-8CAC-6EAD-8D76469131A7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1:59:20.920" v="1212"/>
          <ac:spMkLst>
            <pc:docMk/>
            <pc:sldMk cId="0" sldId="256"/>
            <ac:spMk id="51" creationId="{70ADBA17-F004-E057-FE4E-AA93E7217A58}"/>
          </ac:spMkLst>
        </pc:spChg>
        <pc:spChg chg="add mod">
          <ac:chgData name="احمد تامر فكرى عبدالحليم النحال" userId="2c39f8a2-d4ff-4974-9fa8-0be00aa7de63" providerId="ADAL" clId="{9D0481DC-6C8A-46B3-A514-9C79C598702D}" dt="2025-12-17T22:14:02.033" v="1376" actId="1036"/>
          <ac:spMkLst>
            <pc:docMk/>
            <pc:sldMk cId="0" sldId="256"/>
            <ac:spMk id="52" creationId="{6E66F2DC-582A-C523-AA84-6B9C638E832D}"/>
          </ac:spMkLst>
        </pc:spChg>
        <pc:spChg chg="add mod">
          <ac:chgData name="احمد تامر فكرى عبدالحليم النحال" userId="2c39f8a2-d4ff-4974-9fa8-0be00aa7de63" providerId="ADAL" clId="{9D0481DC-6C8A-46B3-A514-9C79C598702D}" dt="2025-12-17T22:14:02.033" v="1376" actId="1036"/>
          <ac:spMkLst>
            <pc:docMk/>
            <pc:sldMk cId="0" sldId="256"/>
            <ac:spMk id="53" creationId="{53D4A4BC-A4A7-08D3-80B9-20376C5DFDB7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2:13:57.908" v="1364"/>
          <ac:spMkLst>
            <pc:docMk/>
            <pc:sldMk cId="0" sldId="256"/>
            <ac:spMk id="59" creationId="{F12318C6-E4E1-B741-3B33-0F58DEB7E06A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2:13:57.908" v="1364"/>
          <ac:spMkLst>
            <pc:docMk/>
            <pc:sldMk cId="0" sldId="256"/>
            <ac:spMk id="61" creationId="{BD0CE962-5182-3554-262C-35D965561C52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2:13:57.908" v="1364"/>
          <ac:spMkLst>
            <pc:docMk/>
            <pc:sldMk cId="0" sldId="256"/>
            <ac:spMk id="62" creationId="{2146673D-6D45-111D-31DB-6E93E7697B54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2:13:57.908" v="1364"/>
          <ac:spMkLst>
            <pc:docMk/>
            <pc:sldMk cId="0" sldId="256"/>
            <ac:spMk id="64" creationId="{8AACF7C2-D233-834C-4F01-AC4FD0EB0D02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2:13:57.908" v="1364"/>
          <ac:spMkLst>
            <pc:docMk/>
            <pc:sldMk cId="0" sldId="256"/>
            <ac:spMk id="65" creationId="{582CF39F-CEF8-0173-70DB-4118EC62C4A5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2:13:57.908" v="1364"/>
          <ac:spMkLst>
            <pc:docMk/>
            <pc:sldMk cId="0" sldId="256"/>
            <ac:spMk id="67" creationId="{85EDE84B-8F35-591B-BA5C-B8D100EE3BFC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2:13:57.908" v="1364"/>
          <ac:spMkLst>
            <pc:docMk/>
            <pc:sldMk cId="0" sldId="256"/>
            <ac:spMk id="68" creationId="{E709CC08-9AB2-E86D-B378-14A4E9C8171F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2:13:57.908" v="1364"/>
          <ac:spMkLst>
            <pc:docMk/>
            <pc:sldMk cId="0" sldId="256"/>
            <ac:spMk id="70" creationId="{448CCE4C-476C-5F7D-8D86-CA04BC349B74}"/>
          </ac:spMkLst>
        </pc:spChg>
        <pc:grpChg chg="mod">
          <ac:chgData name="احمد تامر فكرى عبدالحليم النحال" userId="2c39f8a2-d4ff-4974-9fa8-0be00aa7de63" providerId="ADAL" clId="{9D0481DC-6C8A-46B3-A514-9C79C598702D}" dt="2025-12-17T21:59:00.906" v="1209" actId="1036"/>
          <ac:grpSpMkLst>
            <pc:docMk/>
            <pc:sldMk cId="0" sldId="256"/>
            <ac:grpSpMk id="18" creationId="{81042DD0-E1C1-69D6-419D-06AD54E96A8B}"/>
          </ac:grpSpMkLst>
        </pc:grpChg>
        <pc:grpChg chg="mod">
          <ac:chgData name="احمد تامر فكرى عبدالحليم النحال" userId="2c39f8a2-d4ff-4974-9fa8-0be00aa7de63" providerId="ADAL" clId="{9D0481DC-6C8A-46B3-A514-9C79C598702D}" dt="2025-12-17T21:59:00.906" v="1209" actId="1036"/>
          <ac:grpSpMkLst>
            <pc:docMk/>
            <pc:sldMk cId="0" sldId="256"/>
            <ac:grpSpMk id="22" creationId="{87F09C17-11C9-7C22-39DE-2972D7442E2C}"/>
          </ac:grpSpMkLst>
        </pc:grpChg>
        <pc:grpChg chg="mod">
          <ac:chgData name="احمد تامر فكرى عبدالحليم النحال" userId="2c39f8a2-d4ff-4974-9fa8-0be00aa7de63" providerId="ADAL" clId="{9D0481DC-6C8A-46B3-A514-9C79C598702D}" dt="2025-12-17T21:59:00.906" v="1209" actId="1036"/>
          <ac:grpSpMkLst>
            <pc:docMk/>
            <pc:sldMk cId="0" sldId="256"/>
            <ac:grpSpMk id="26" creationId="{82EC8BF1-36D2-9239-07B5-BC2F43ED1137}"/>
          </ac:grpSpMkLst>
        </pc:grpChg>
        <pc:grpChg chg="mod">
          <ac:chgData name="احمد تامر فكرى عبدالحليم النحال" userId="2c39f8a2-d4ff-4974-9fa8-0be00aa7de63" providerId="ADAL" clId="{9D0481DC-6C8A-46B3-A514-9C79C598702D}" dt="2025-12-17T21:59:00.906" v="1209" actId="1036"/>
          <ac:grpSpMkLst>
            <pc:docMk/>
            <pc:sldMk cId="0" sldId="256"/>
            <ac:grpSpMk id="30" creationId="{C2195F14-B418-32E8-AA1E-EE03FCD24FDD}"/>
          </ac:grpSpMkLst>
        </pc:grpChg>
        <pc:grpChg chg="del mod">
          <ac:chgData name="احمد تامر فكرى عبدالحليم النحال" userId="2c39f8a2-d4ff-4974-9fa8-0be00aa7de63" providerId="ADAL" clId="{9D0481DC-6C8A-46B3-A514-9C79C598702D}" dt="2025-12-17T22:13:56.074" v="1363" actId="478"/>
          <ac:grpSpMkLst>
            <pc:docMk/>
            <pc:sldMk cId="0" sldId="256"/>
            <ac:grpSpMk id="36" creationId="{D70272EB-0788-445A-AF4E-B2E95A8650A8}"/>
          </ac:grpSpMkLst>
        </pc:grpChg>
        <pc:grpChg chg="del mod">
          <ac:chgData name="احمد تامر فكرى عبدالحليم النحال" userId="2c39f8a2-d4ff-4974-9fa8-0be00aa7de63" providerId="ADAL" clId="{9D0481DC-6C8A-46B3-A514-9C79C598702D}" dt="2025-12-17T22:13:56.074" v="1363" actId="478"/>
          <ac:grpSpMkLst>
            <pc:docMk/>
            <pc:sldMk cId="0" sldId="256"/>
            <ac:grpSpMk id="40" creationId="{53294E82-9DF7-29EF-DFE0-1449DB3C4DB0}"/>
          </ac:grpSpMkLst>
        </pc:grpChg>
        <pc:grpChg chg="del mod">
          <ac:chgData name="احمد تامر فكرى عبدالحليم النحال" userId="2c39f8a2-d4ff-4974-9fa8-0be00aa7de63" providerId="ADAL" clId="{9D0481DC-6C8A-46B3-A514-9C79C598702D}" dt="2025-12-17T22:13:56.074" v="1363" actId="478"/>
          <ac:grpSpMkLst>
            <pc:docMk/>
            <pc:sldMk cId="0" sldId="256"/>
            <ac:grpSpMk id="44" creationId="{C11EA368-BBAC-64A1-2D2D-CFDAE9465C8C}"/>
          </ac:grpSpMkLst>
        </pc:grpChg>
        <pc:grpChg chg="del mod">
          <ac:chgData name="احمد تامر فكرى عبدالحليم النحال" userId="2c39f8a2-d4ff-4974-9fa8-0be00aa7de63" providerId="ADAL" clId="{9D0481DC-6C8A-46B3-A514-9C79C598702D}" dt="2025-12-17T22:13:56.074" v="1363" actId="478"/>
          <ac:grpSpMkLst>
            <pc:docMk/>
            <pc:sldMk cId="0" sldId="256"/>
            <ac:grpSpMk id="48" creationId="{70BEFAB8-A73C-71DF-21C4-B9B33B73536F}"/>
          </ac:grpSpMkLst>
        </pc:grpChg>
        <pc:grpChg chg="mod">
          <ac:chgData name="احمد تامر فكرى عبدالحليم النحال" userId="2c39f8a2-d4ff-4974-9fa8-0be00aa7de63" providerId="ADAL" clId="{9D0481DC-6C8A-46B3-A514-9C79C598702D}" dt="2025-12-17T22:14:02.033" v="1376" actId="1036"/>
          <ac:grpSpMkLst>
            <pc:docMk/>
            <pc:sldMk cId="0" sldId="256"/>
            <ac:grpSpMk id="54" creationId="{24A993BF-C2DC-C261-4BD6-4CBC33BC8964}"/>
          </ac:grpSpMkLst>
        </pc:grpChg>
        <pc:picChg chg="add del">
          <ac:chgData name="احمد تامر فكرى عبدالحليم النحال" userId="2c39f8a2-d4ff-4974-9fa8-0be00aa7de63" providerId="ADAL" clId="{9D0481DC-6C8A-46B3-A514-9C79C598702D}" dt="2025-12-17T21:59:04.702" v="1211" actId="478"/>
          <ac:picMkLst>
            <pc:docMk/>
            <pc:sldMk cId="0" sldId="256"/>
            <ac:picMk id="11" creationId="{00000000-0000-0000-0000-000000000000}"/>
          </ac:picMkLst>
        </pc:picChg>
        <pc:picChg chg="add del">
          <ac:chgData name="احمد تامر فكرى عبدالحليم النحال" userId="2c39f8a2-d4ff-4974-9fa8-0be00aa7de63" providerId="ADAL" clId="{9D0481DC-6C8A-46B3-A514-9C79C598702D}" dt="2025-12-17T21:59:04.702" v="1211" actId="478"/>
          <ac:picMkLst>
            <pc:docMk/>
            <pc:sldMk cId="0" sldId="256"/>
            <ac:picMk id="13" creationId="{00000000-0000-0000-0000-000000000000}"/>
          </ac:picMkLst>
        </pc:picChg>
        <pc:picChg chg="add del">
          <ac:chgData name="احمد تامر فكرى عبدالحليم النحال" userId="2c39f8a2-d4ff-4974-9fa8-0be00aa7de63" providerId="ADAL" clId="{9D0481DC-6C8A-46B3-A514-9C79C598702D}" dt="2025-12-17T21:59:04.702" v="1211" actId="478"/>
          <ac:picMkLst>
            <pc:docMk/>
            <pc:sldMk cId="0" sldId="256"/>
            <ac:picMk id="15" creationId="{00000000-0000-0000-0000-000000000000}"/>
          </ac:picMkLst>
        </pc:picChg>
        <pc:picChg chg="mod">
          <ac:chgData name="احمد تامر فكرى عبدالحليم النحال" userId="2c39f8a2-d4ff-4974-9fa8-0be00aa7de63" providerId="ADAL" clId="{9D0481DC-6C8A-46B3-A514-9C79C598702D}" dt="2025-12-17T21:58:26.113" v="1193"/>
          <ac:picMkLst>
            <pc:docMk/>
            <pc:sldMk cId="0" sldId="256"/>
            <ac:picMk id="24" creationId="{5C19B9C1-7F48-5B86-55B5-A40ED96C5A2C}"/>
          </ac:picMkLst>
        </pc:picChg>
      </pc:sldChg>
      <pc:sldChg chg="addSp delSp modSp mod">
        <pc:chgData name="احمد تامر فكرى عبدالحليم النحال" userId="2c39f8a2-d4ff-4974-9fa8-0be00aa7de63" providerId="ADAL" clId="{9D0481DC-6C8A-46B3-A514-9C79C598702D}" dt="2025-12-18T00:44:11.821" v="1961" actId="1035"/>
        <pc:sldMkLst>
          <pc:docMk/>
          <pc:sldMk cId="0" sldId="258"/>
        </pc:sldMkLst>
        <pc:spChg chg="add del mod">
          <ac:chgData name="احمد تامر فكرى عبدالحليم النحال" userId="2c39f8a2-d4ff-4974-9fa8-0be00aa7de63" providerId="ADAL" clId="{9D0481DC-6C8A-46B3-A514-9C79C598702D}" dt="2025-12-18T00:44:11.821" v="1961" actId="1035"/>
          <ac:spMkLst>
            <pc:docMk/>
            <pc:sldMk cId="0" sldId="258"/>
            <ac:spMk id="5" creationId="{00000000-0000-0000-0000-000000000000}"/>
          </ac:spMkLst>
        </pc:spChg>
        <pc:spChg chg="del">
          <ac:chgData name="احمد تامر فكرى عبدالحليم النحال" userId="2c39f8a2-d4ff-4974-9fa8-0be00aa7de63" providerId="ADAL" clId="{9D0481DC-6C8A-46B3-A514-9C79C598702D}" dt="2025-12-17T22:25:03.259" v="1377" actId="478"/>
          <ac:spMkLst>
            <pc:docMk/>
            <pc:sldMk cId="0" sldId="258"/>
            <ac:spMk id="6" creationId="{00000000-0000-0000-0000-000000000000}"/>
          </ac:spMkLst>
        </pc:spChg>
        <pc:spChg chg="del">
          <ac:chgData name="احمد تامر فكرى عبدالحليم النحال" userId="2c39f8a2-d4ff-4974-9fa8-0be00aa7de63" providerId="ADAL" clId="{9D0481DC-6C8A-46B3-A514-9C79C598702D}" dt="2025-12-17T22:32:46.162" v="1426" actId="478"/>
          <ac:spMkLst>
            <pc:docMk/>
            <pc:sldMk cId="0" sldId="258"/>
            <ac:spMk id="8" creationId="{00000000-0000-0000-0000-000000000000}"/>
          </ac:spMkLst>
        </pc:spChg>
        <pc:picChg chg="del">
          <ac:chgData name="احمد تامر فكرى عبدالحليم النحال" userId="2c39f8a2-d4ff-4974-9fa8-0be00aa7de63" providerId="ADAL" clId="{9D0481DC-6C8A-46B3-A514-9C79C598702D}" dt="2025-12-17T22:32:46.162" v="1426" actId="478"/>
          <ac:picMkLst>
            <pc:docMk/>
            <pc:sldMk cId="0" sldId="258"/>
            <ac:picMk id="7" creationId="{00000000-0000-0000-0000-000000000000}"/>
          </ac:picMkLst>
        </pc:picChg>
        <pc:picChg chg="add del mod">
          <ac:chgData name="احمد تامر فكرى عبدالحليم النحال" userId="2c39f8a2-d4ff-4974-9fa8-0be00aa7de63" providerId="ADAL" clId="{9D0481DC-6C8A-46B3-A514-9C79C598702D}" dt="2025-12-17T22:34:33.694" v="1430" actId="21"/>
          <ac:picMkLst>
            <pc:docMk/>
            <pc:sldMk cId="0" sldId="258"/>
            <ac:picMk id="37" creationId="{DE90CFF5-8C8A-0C4D-70C3-183448B8836C}"/>
          </ac:picMkLst>
        </pc:picChg>
        <pc:picChg chg="add mod modCrop">
          <ac:chgData name="احمد تامر فكرى عبدالحليم النحال" userId="2c39f8a2-d4ff-4974-9fa8-0be00aa7de63" providerId="ADAL" clId="{9D0481DC-6C8A-46B3-A514-9C79C598702D}" dt="2025-12-18T00:42:08.522" v="1942" actId="1035"/>
          <ac:picMkLst>
            <pc:docMk/>
            <pc:sldMk cId="0" sldId="258"/>
            <ac:picMk id="39" creationId="{F0E537B8-973B-6BB4-CE00-32334081DB3D}"/>
          </ac:picMkLst>
        </pc:picChg>
      </pc:sldChg>
      <pc:sldChg chg="addSp delSp modSp mod">
        <pc:chgData name="احمد تامر فكرى عبدالحليم النحال" userId="2c39f8a2-d4ff-4974-9fa8-0be00aa7de63" providerId="ADAL" clId="{9D0481DC-6C8A-46B3-A514-9C79C598702D}" dt="2025-12-18T00:43:49.553" v="1955" actId="207"/>
        <pc:sldMkLst>
          <pc:docMk/>
          <pc:sldMk cId="0" sldId="259"/>
        </pc:sldMkLst>
        <pc:spChg chg="add del mod">
          <ac:chgData name="احمد تامر فكرى عبدالحليم النحال" userId="2c39f8a2-d4ff-4974-9fa8-0be00aa7de63" providerId="ADAL" clId="{9D0481DC-6C8A-46B3-A514-9C79C598702D}" dt="2025-12-18T00:43:49.553" v="1955" actId="207"/>
          <ac:spMkLst>
            <pc:docMk/>
            <pc:sldMk cId="0" sldId="259"/>
            <ac:spMk id="5" creationId="{00000000-0000-0000-0000-000000000000}"/>
          </ac:spMkLst>
        </pc:spChg>
        <pc:spChg chg="del">
          <ac:chgData name="احمد تامر فكرى عبدالحليم النحال" userId="2c39f8a2-d4ff-4974-9fa8-0be00aa7de63" providerId="ADAL" clId="{9D0481DC-6C8A-46B3-A514-9C79C598702D}" dt="2025-12-17T22:32:32.601" v="1423" actId="478"/>
          <ac:spMkLst>
            <pc:docMk/>
            <pc:sldMk cId="0" sldId="259"/>
            <ac:spMk id="6" creationId="{00000000-0000-0000-0000-000000000000}"/>
          </ac:spMkLst>
        </pc:spChg>
        <pc:spChg chg="del">
          <ac:chgData name="احمد تامر فكرى عبدالحليم النحال" userId="2c39f8a2-d4ff-4974-9fa8-0be00aa7de63" providerId="ADAL" clId="{9D0481DC-6C8A-46B3-A514-9C79C598702D}" dt="2025-12-17T22:32:38.575" v="1424" actId="478"/>
          <ac:spMkLst>
            <pc:docMk/>
            <pc:sldMk cId="0" sldId="259"/>
            <ac:spMk id="8" creationId="{00000000-0000-0000-0000-000000000000}"/>
          </ac:spMkLst>
        </pc:spChg>
        <pc:picChg chg="del">
          <ac:chgData name="احمد تامر فكرى عبدالحليم النحال" userId="2c39f8a2-d4ff-4974-9fa8-0be00aa7de63" providerId="ADAL" clId="{9D0481DC-6C8A-46B3-A514-9C79C598702D}" dt="2025-12-17T22:32:38.575" v="1424" actId="478"/>
          <ac:picMkLst>
            <pc:docMk/>
            <pc:sldMk cId="0" sldId="259"/>
            <ac:picMk id="7" creationId="{00000000-0000-0000-0000-000000000000}"/>
          </ac:picMkLst>
        </pc:picChg>
        <pc:picChg chg="add mod">
          <ac:chgData name="احمد تامر فكرى عبدالحليم النحال" userId="2c39f8a2-d4ff-4974-9fa8-0be00aa7de63" providerId="ADAL" clId="{9D0481DC-6C8A-46B3-A514-9C79C598702D}" dt="2025-12-18T00:43:17.133" v="1950" actId="14100"/>
          <ac:picMkLst>
            <pc:docMk/>
            <pc:sldMk cId="0" sldId="259"/>
            <ac:picMk id="37" creationId="{DE90CFF5-8C8A-0C4D-70C3-183448B8836C}"/>
          </ac:picMkLst>
        </pc:picChg>
      </pc:sldChg>
      <pc:sldChg chg="addSp delSp modSp mod">
        <pc:chgData name="احمد تامر فكرى عبدالحليم النحال" userId="2c39f8a2-d4ff-4974-9fa8-0be00aa7de63" providerId="ADAL" clId="{9D0481DC-6C8A-46B3-A514-9C79C598702D}" dt="2025-12-18T00:49:20.642" v="1975" actId="1035"/>
        <pc:sldMkLst>
          <pc:docMk/>
          <pc:sldMk cId="0" sldId="260"/>
        </pc:sldMkLst>
        <pc:spChg chg="mod">
          <ac:chgData name="احمد تامر فكرى عبدالحليم النحال" userId="2c39f8a2-d4ff-4974-9fa8-0be00aa7de63" providerId="ADAL" clId="{9D0481DC-6C8A-46B3-A514-9C79C598702D}" dt="2025-12-18T00:49:17.162" v="1973" actId="14100"/>
          <ac:spMkLst>
            <pc:docMk/>
            <pc:sldMk cId="0" sldId="260"/>
            <ac:spMk id="5" creationId="{00000000-0000-0000-0000-000000000000}"/>
          </ac:spMkLst>
        </pc:spChg>
        <pc:spChg chg="del">
          <ac:chgData name="احمد تامر فكرى عبدالحليم النحال" userId="2c39f8a2-d4ff-4974-9fa8-0be00aa7de63" providerId="ADAL" clId="{9D0481DC-6C8A-46B3-A514-9C79C598702D}" dt="2025-12-17T22:39:01.426" v="1452" actId="478"/>
          <ac:spMkLst>
            <pc:docMk/>
            <pc:sldMk cId="0" sldId="260"/>
            <ac:spMk id="6" creationId="{00000000-0000-0000-0000-000000000000}"/>
          </ac:spMkLst>
        </pc:spChg>
        <pc:spChg chg="del">
          <ac:chgData name="احمد تامر فكرى عبدالحليم النحال" userId="2c39f8a2-d4ff-4974-9fa8-0be00aa7de63" providerId="ADAL" clId="{9D0481DC-6C8A-46B3-A514-9C79C598702D}" dt="2025-12-17T22:39:01.426" v="1452" actId="478"/>
          <ac:spMkLst>
            <pc:docMk/>
            <pc:sldMk cId="0" sldId="260"/>
            <ac:spMk id="8" creationId="{00000000-0000-0000-0000-000000000000}"/>
          </ac:spMkLst>
        </pc:spChg>
        <pc:picChg chg="del">
          <ac:chgData name="احمد تامر فكرى عبدالحليم النحال" userId="2c39f8a2-d4ff-4974-9fa8-0be00aa7de63" providerId="ADAL" clId="{9D0481DC-6C8A-46B3-A514-9C79C598702D}" dt="2025-12-17T22:39:01.426" v="1452" actId="478"/>
          <ac:picMkLst>
            <pc:docMk/>
            <pc:sldMk cId="0" sldId="260"/>
            <ac:picMk id="7" creationId="{00000000-0000-0000-0000-000000000000}"/>
          </ac:picMkLst>
        </pc:picChg>
        <pc:picChg chg="add mod">
          <ac:chgData name="احمد تامر فكرى عبدالحليم النحال" userId="2c39f8a2-d4ff-4974-9fa8-0be00aa7de63" providerId="ADAL" clId="{9D0481DC-6C8A-46B3-A514-9C79C598702D}" dt="2025-12-18T00:49:20.642" v="1975" actId="1035"/>
          <ac:picMkLst>
            <pc:docMk/>
            <pc:sldMk cId="0" sldId="260"/>
            <ac:picMk id="37" creationId="{9AA4DFBE-1340-DA20-AEA4-D533CDADF4A2}"/>
          </ac:picMkLst>
        </pc:picChg>
      </pc:sldChg>
      <pc:sldChg chg="addSp delSp modSp mod">
        <pc:chgData name="احمد تامر فكرى عبدالحليم النحال" userId="2c39f8a2-d4ff-4974-9fa8-0be00aa7de63" providerId="ADAL" clId="{9D0481DC-6C8A-46B3-A514-9C79C598702D}" dt="2025-12-18T00:53:59.867" v="2007" actId="1036"/>
        <pc:sldMkLst>
          <pc:docMk/>
          <pc:sldMk cId="0" sldId="261"/>
        </pc:sldMkLst>
        <pc:spChg chg="mod">
          <ac:chgData name="احمد تامر فكرى عبدالحليم النحال" userId="2c39f8a2-d4ff-4974-9fa8-0be00aa7de63" providerId="ADAL" clId="{9D0481DC-6C8A-46B3-A514-9C79C598702D}" dt="2025-12-18T00:53:44.873" v="1991" actId="207"/>
          <ac:spMkLst>
            <pc:docMk/>
            <pc:sldMk cId="0" sldId="261"/>
            <ac:spMk id="5" creationId="{00000000-0000-0000-0000-000000000000}"/>
          </ac:spMkLst>
        </pc:spChg>
        <pc:spChg chg="del">
          <ac:chgData name="احمد تامر فكرى عبدالحليم النحال" userId="2c39f8a2-d4ff-4974-9fa8-0be00aa7de63" providerId="ADAL" clId="{9D0481DC-6C8A-46B3-A514-9C79C598702D}" dt="2025-12-17T22:50:43.890" v="1483" actId="478"/>
          <ac:spMkLst>
            <pc:docMk/>
            <pc:sldMk cId="0" sldId="261"/>
            <ac:spMk id="6" creationId="{00000000-0000-0000-0000-000000000000}"/>
          </ac:spMkLst>
        </pc:spChg>
        <pc:spChg chg="del">
          <ac:chgData name="احمد تامر فكرى عبدالحليم النحال" userId="2c39f8a2-d4ff-4974-9fa8-0be00aa7de63" providerId="ADAL" clId="{9D0481DC-6C8A-46B3-A514-9C79C598702D}" dt="2025-12-17T22:50:43.890" v="1483" actId="478"/>
          <ac:spMkLst>
            <pc:docMk/>
            <pc:sldMk cId="0" sldId="261"/>
            <ac:spMk id="8" creationId="{00000000-0000-0000-0000-000000000000}"/>
          </ac:spMkLst>
        </pc:spChg>
        <pc:picChg chg="del">
          <ac:chgData name="احمد تامر فكرى عبدالحليم النحال" userId="2c39f8a2-d4ff-4974-9fa8-0be00aa7de63" providerId="ADAL" clId="{9D0481DC-6C8A-46B3-A514-9C79C598702D}" dt="2025-12-17T22:50:43.890" v="1483" actId="478"/>
          <ac:picMkLst>
            <pc:docMk/>
            <pc:sldMk cId="0" sldId="261"/>
            <ac:picMk id="7" creationId="{00000000-0000-0000-0000-000000000000}"/>
          </ac:picMkLst>
        </pc:picChg>
        <pc:picChg chg="add mod">
          <ac:chgData name="احمد تامر فكرى عبدالحليم النحال" userId="2c39f8a2-d4ff-4974-9fa8-0be00aa7de63" providerId="ADAL" clId="{9D0481DC-6C8A-46B3-A514-9C79C598702D}" dt="2025-12-18T00:53:59.867" v="2007" actId="1036"/>
          <ac:picMkLst>
            <pc:docMk/>
            <pc:sldMk cId="0" sldId="261"/>
            <ac:picMk id="7" creationId="{5F3A4C13-4268-7DA6-F93E-7AF6447074D8}"/>
          </ac:picMkLst>
        </pc:picChg>
      </pc:sldChg>
      <pc:sldChg chg="addSp delSp modSp mod">
        <pc:chgData name="احمد تامر فكرى عبدالحليم النحال" userId="2c39f8a2-d4ff-4974-9fa8-0be00aa7de63" providerId="ADAL" clId="{9D0481DC-6C8A-46B3-A514-9C79C598702D}" dt="2025-12-18T00:55:36.044" v="2071" actId="14100"/>
        <pc:sldMkLst>
          <pc:docMk/>
          <pc:sldMk cId="0" sldId="262"/>
        </pc:sldMkLst>
        <pc:spChg chg="mod">
          <ac:chgData name="احمد تامر فكرى عبدالحليم النحال" userId="2c39f8a2-d4ff-4974-9fa8-0be00aa7de63" providerId="ADAL" clId="{9D0481DC-6C8A-46B3-A514-9C79C598702D}" dt="2025-12-18T00:55:36.044" v="2071" actId="14100"/>
          <ac:spMkLst>
            <pc:docMk/>
            <pc:sldMk cId="0" sldId="262"/>
            <ac:spMk id="5" creationId="{00000000-0000-0000-0000-000000000000}"/>
          </ac:spMkLst>
        </pc:spChg>
        <pc:spChg chg="del">
          <ac:chgData name="احمد تامر فكرى عبدالحليم النحال" userId="2c39f8a2-d4ff-4974-9fa8-0be00aa7de63" providerId="ADAL" clId="{9D0481DC-6C8A-46B3-A514-9C79C598702D}" dt="2025-12-17T22:51:25.229" v="1484" actId="478"/>
          <ac:spMkLst>
            <pc:docMk/>
            <pc:sldMk cId="0" sldId="262"/>
            <ac:spMk id="6" creationId="{00000000-0000-0000-0000-000000000000}"/>
          </ac:spMkLst>
        </pc:spChg>
        <pc:spChg chg="del">
          <ac:chgData name="احمد تامر فكرى عبدالحليم النحال" userId="2c39f8a2-d4ff-4974-9fa8-0be00aa7de63" providerId="ADAL" clId="{9D0481DC-6C8A-46B3-A514-9C79C598702D}" dt="2025-12-17T22:51:25.229" v="1484" actId="478"/>
          <ac:spMkLst>
            <pc:docMk/>
            <pc:sldMk cId="0" sldId="262"/>
            <ac:spMk id="8" creationId="{00000000-0000-0000-0000-000000000000}"/>
          </ac:spMkLst>
        </pc:spChg>
        <pc:picChg chg="del">
          <ac:chgData name="احمد تامر فكرى عبدالحليم النحال" userId="2c39f8a2-d4ff-4974-9fa8-0be00aa7de63" providerId="ADAL" clId="{9D0481DC-6C8A-46B3-A514-9C79C598702D}" dt="2025-12-17T22:51:25.229" v="1484" actId="478"/>
          <ac:picMkLst>
            <pc:docMk/>
            <pc:sldMk cId="0" sldId="262"/>
            <ac:picMk id="7" creationId="{00000000-0000-0000-0000-000000000000}"/>
          </ac:picMkLst>
        </pc:picChg>
        <pc:picChg chg="add del mod">
          <ac:chgData name="احمد تامر فكرى عبدالحليم النحال" userId="2c39f8a2-d4ff-4974-9fa8-0be00aa7de63" providerId="ADAL" clId="{9D0481DC-6C8A-46B3-A514-9C79C598702D}" dt="2025-12-17T22:51:50.390" v="1486" actId="21"/>
          <ac:picMkLst>
            <pc:docMk/>
            <pc:sldMk cId="0" sldId="262"/>
            <ac:picMk id="33" creationId="{A210094E-7234-F1B8-1C53-9C9C1F6B5853}"/>
          </ac:picMkLst>
        </pc:picChg>
        <pc:picChg chg="add mod">
          <ac:chgData name="احمد تامر فكرى عبدالحليم النحال" userId="2c39f8a2-d4ff-4974-9fa8-0be00aa7de63" providerId="ADAL" clId="{9D0481DC-6C8A-46B3-A514-9C79C598702D}" dt="2025-12-18T00:54:51.685" v="2024" actId="1038"/>
          <ac:picMkLst>
            <pc:docMk/>
            <pc:sldMk cId="0" sldId="262"/>
            <ac:picMk id="43" creationId="{FB055BF7-0667-76CA-8AF0-81B16B314929}"/>
          </ac:picMkLst>
        </pc:picChg>
      </pc:sldChg>
      <pc:sldChg chg="addSp delSp modSp mod">
        <pc:chgData name="احمد تامر فكرى عبدالحليم النحال" userId="2c39f8a2-d4ff-4974-9fa8-0be00aa7de63" providerId="ADAL" clId="{9D0481DC-6C8A-46B3-A514-9C79C598702D}" dt="2025-12-18T00:56:09.256" v="2090" actId="207"/>
        <pc:sldMkLst>
          <pc:docMk/>
          <pc:sldMk cId="0" sldId="263"/>
        </pc:sldMkLst>
        <pc:spChg chg="mod">
          <ac:chgData name="احمد تامر فكرى عبدالحليم النحال" userId="2c39f8a2-d4ff-4974-9fa8-0be00aa7de63" providerId="ADAL" clId="{9D0481DC-6C8A-46B3-A514-9C79C598702D}" dt="2025-12-17T20:58:28.504" v="133" actId="1035"/>
          <ac:spMkLst>
            <pc:docMk/>
            <pc:sldMk cId="0" sldId="263"/>
            <ac:spMk id="4" creationId="{00000000-0000-0000-0000-000000000000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8T00:56:09.256" v="2090" actId="207"/>
          <ac:spMkLst>
            <pc:docMk/>
            <pc:sldMk cId="0" sldId="263"/>
            <ac:spMk id="5" creationId="{00000000-0000-0000-0000-000000000000}"/>
          </ac:spMkLst>
        </pc:spChg>
        <pc:spChg chg="del mod">
          <ac:chgData name="احمد تامر فكرى عبدالحليم النحال" userId="2c39f8a2-d4ff-4974-9fa8-0be00aa7de63" providerId="ADAL" clId="{9D0481DC-6C8A-46B3-A514-9C79C598702D}" dt="2025-12-17T22:53:16.787" v="1526" actId="478"/>
          <ac:spMkLst>
            <pc:docMk/>
            <pc:sldMk cId="0" sldId="263"/>
            <ac:spMk id="6" creationId="{00000000-0000-0000-0000-000000000000}"/>
          </ac:spMkLst>
        </pc:spChg>
        <pc:spChg chg="del">
          <ac:chgData name="احمد تامر فكرى عبدالحليم النحال" userId="2c39f8a2-d4ff-4974-9fa8-0be00aa7de63" providerId="ADAL" clId="{9D0481DC-6C8A-46B3-A514-9C79C598702D}" dt="2025-12-17T22:53:16.787" v="1526" actId="478"/>
          <ac:spMkLst>
            <pc:docMk/>
            <pc:sldMk cId="0" sldId="263"/>
            <ac:spMk id="8" creationId="{00000000-0000-0000-0000-000000000000}"/>
          </ac:spMkLst>
        </pc:spChg>
        <pc:spChg chg="add del mod">
          <ac:chgData name="احمد تامر فكرى عبدالحليم النحال" userId="2c39f8a2-d4ff-4974-9fa8-0be00aa7de63" providerId="ADAL" clId="{9D0481DC-6C8A-46B3-A514-9C79C598702D}" dt="2025-12-17T20:58:59.550" v="185" actId="1035"/>
          <ac:spMkLst>
            <pc:docMk/>
            <pc:sldMk cId="0" sldId="263"/>
            <ac:spMk id="9" creationId="{00000000-0000-0000-0000-000000000000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0:58:59.550" v="185" actId="1035"/>
          <ac:spMkLst>
            <pc:docMk/>
            <pc:sldMk cId="0" sldId="263"/>
            <ac:spMk id="14" creationId="{00000000-0000-0000-0000-000000000000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0:58:59.550" v="185" actId="1035"/>
          <ac:spMkLst>
            <pc:docMk/>
            <pc:sldMk cId="0" sldId="263"/>
            <ac:spMk id="15" creationId="{00000000-0000-0000-0000-000000000000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0:58:59.550" v="185" actId="1035"/>
          <ac:spMkLst>
            <pc:docMk/>
            <pc:sldMk cId="0" sldId="263"/>
            <ac:spMk id="18" creationId="{00000000-0000-0000-0000-000000000000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0:58:59.550" v="185" actId="1035"/>
          <ac:spMkLst>
            <pc:docMk/>
            <pc:sldMk cId="0" sldId="263"/>
            <ac:spMk id="19" creationId="{00000000-0000-0000-0000-000000000000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0:58:59.550" v="185" actId="1035"/>
          <ac:spMkLst>
            <pc:docMk/>
            <pc:sldMk cId="0" sldId="263"/>
            <ac:spMk id="20" creationId="{00000000-0000-0000-0000-000000000000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0:58:59.550" v="185" actId="1035"/>
          <ac:spMkLst>
            <pc:docMk/>
            <pc:sldMk cId="0" sldId="263"/>
            <ac:spMk id="22" creationId="{00000000-0000-0000-0000-000000000000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0:58:59.550" v="185" actId="1035"/>
          <ac:spMkLst>
            <pc:docMk/>
            <pc:sldMk cId="0" sldId="263"/>
            <ac:spMk id="30" creationId="{00000000-0000-0000-0000-000000000000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0:58:59.550" v="185" actId="1035"/>
          <ac:spMkLst>
            <pc:docMk/>
            <pc:sldMk cId="0" sldId="263"/>
            <ac:spMk id="34" creationId="{00000000-0000-0000-0000-000000000000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0:58:59.550" v="185" actId="1035"/>
          <ac:spMkLst>
            <pc:docMk/>
            <pc:sldMk cId="0" sldId="263"/>
            <ac:spMk id="36" creationId="{00000000-0000-0000-0000-000000000000}"/>
          </ac:spMkLst>
        </pc:spChg>
        <pc:spChg chg="add mod">
          <ac:chgData name="احمد تامر فكرى عبدالحليم النحال" userId="2c39f8a2-d4ff-4974-9fa8-0be00aa7de63" providerId="ADAL" clId="{9D0481DC-6C8A-46B3-A514-9C79C598702D}" dt="2025-12-17T20:57:53.324" v="99" actId="1035"/>
          <ac:spMkLst>
            <pc:docMk/>
            <pc:sldMk cId="0" sldId="263"/>
            <ac:spMk id="40" creationId="{5AA7F5A7-643B-81EC-6F13-9AB73AF9566F}"/>
          </ac:spMkLst>
        </pc:spChg>
        <pc:picChg chg="del">
          <ac:chgData name="احمد تامر فكرى عبدالحليم النحال" userId="2c39f8a2-d4ff-4974-9fa8-0be00aa7de63" providerId="ADAL" clId="{9D0481DC-6C8A-46B3-A514-9C79C598702D}" dt="2025-12-17T22:53:16.787" v="1526" actId="478"/>
          <ac:picMkLst>
            <pc:docMk/>
            <pc:sldMk cId="0" sldId="263"/>
            <ac:picMk id="7" creationId="{00000000-0000-0000-0000-000000000000}"/>
          </ac:picMkLst>
        </pc:picChg>
        <pc:picChg chg="add mod">
          <ac:chgData name="احمد تامر فكرى عبدالحليم النحال" userId="2c39f8a2-d4ff-4974-9fa8-0be00aa7de63" providerId="ADAL" clId="{9D0481DC-6C8A-46B3-A514-9C79C598702D}" dt="2025-12-18T00:55:48.392" v="2081" actId="1038"/>
          <ac:picMkLst>
            <pc:docMk/>
            <pc:sldMk cId="0" sldId="263"/>
            <ac:picMk id="7" creationId="{25A6759C-30A3-52E5-827C-763FD98404EE}"/>
          </ac:picMkLst>
        </pc:picChg>
        <pc:picChg chg="add del">
          <ac:chgData name="احمد تامر فكرى عبدالحليم النحال" userId="2c39f8a2-d4ff-4974-9fa8-0be00aa7de63" providerId="ADAL" clId="{9D0481DC-6C8A-46B3-A514-9C79C598702D}" dt="2025-12-17T20:57:53.875" v="102" actId="478"/>
          <ac:picMkLst>
            <pc:docMk/>
            <pc:sldMk cId="0" sldId="263"/>
            <ac:picMk id="10" creationId="{00000000-0000-0000-0000-000000000000}"/>
          </ac:picMkLst>
        </pc:picChg>
        <pc:picChg chg="add mod">
          <ac:chgData name="احمد تامر فكرى عبدالحليم النحال" userId="2c39f8a2-d4ff-4974-9fa8-0be00aa7de63" providerId="ADAL" clId="{9D0481DC-6C8A-46B3-A514-9C79C598702D}" dt="2025-12-17T20:57:53.324" v="99" actId="1035"/>
          <ac:picMkLst>
            <pc:docMk/>
            <pc:sldMk cId="0" sldId="263"/>
            <ac:picMk id="41" creationId="{19AA5459-FC53-A857-1F01-E08E21C2AF67}"/>
          </ac:picMkLst>
        </pc:picChg>
        <pc:picChg chg="add del mod">
          <ac:chgData name="احمد تامر فكرى عبدالحليم النحال" userId="2c39f8a2-d4ff-4974-9fa8-0be00aa7de63" providerId="ADAL" clId="{9D0481DC-6C8A-46B3-A514-9C79C598702D}" dt="2025-12-17T22:54:32.350" v="1547" actId="21"/>
          <ac:picMkLst>
            <pc:docMk/>
            <pc:sldMk cId="0" sldId="263"/>
            <ac:picMk id="43" creationId="{FB055BF7-0667-76CA-8AF0-81B16B314929}"/>
          </ac:picMkLst>
        </pc:picChg>
      </pc:sldChg>
      <pc:sldChg chg="addSp delSp modSp mod ord">
        <pc:chgData name="احمد تامر فكرى عبدالحليم النحال" userId="2c39f8a2-d4ff-4974-9fa8-0be00aa7de63" providerId="ADAL" clId="{9D0481DC-6C8A-46B3-A514-9C79C598702D}" dt="2025-12-18T00:59:09.392" v="2168" actId="1035"/>
        <pc:sldMkLst>
          <pc:docMk/>
          <pc:sldMk cId="0" sldId="264"/>
        </pc:sldMkLst>
        <pc:spChg chg="mod">
          <ac:chgData name="احمد تامر فكرى عبدالحليم النحال" userId="2c39f8a2-d4ff-4974-9fa8-0be00aa7de63" providerId="ADAL" clId="{9D0481DC-6C8A-46B3-A514-9C79C598702D}" dt="2025-12-18T00:59:09.392" v="2168" actId="1035"/>
          <ac:spMkLst>
            <pc:docMk/>
            <pc:sldMk cId="0" sldId="264"/>
            <ac:spMk id="5" creationId="{00000000-0000-0000-0000-000000000000}"/>
          </ac:spMkLst>
        </pc:spChg>
        <pc:spChg chg="del">
          <ac:chgData name="احمد تامر فكرى عبدالحليم النحال" userId="2c39f8a2-d4ff-4974-9fa8-0be00aa7de63" providerId="ADAL" clId="{9D0481DC-6C8A-46B3-A514-9C79C598702D}" dt="2025-12-17T23:28:43.582" v="1566" actId="478"/>
          <ac:spMkLst>
            <pc:docMk/>
            <pc:sldMk cId="0" sldId="264"/>
            <ac:spMk id="6" creationId="{00000000-0000-0000-0000-000000000000}"/>
          </ac:spMkLst>
        </pc:spChg>
        <pc:spChg chg="del">
          <ac:chgData name="احمد تامر فكرى عبدالحليم النحال" userId="2c39f8a2-d4ff-4974-9fa8-0be00aa7de63" providerId="ADAL" clId="{9D0481DC-6C8A-46B3-A514-9C79C598702D}" dt="2025-12-17T23:28:43.582" v="1566" actId="478"/>
          <ac:spMkLst>
            <pc:docMk/>
            <pc:sldMk cId="0" sldId="264"/>
            <ac:spMk id="8" creationId="{00000000-0000-0000-0000-000000000000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1:46:28.887" v="1126" actId="164"/>
          <ac:spMkLst>
            <pc:docMk/>
            <pc:sldMk cId="0" sldId="264"/>
            <ac:spMk id="12" creationId="{00000000-0000-0000-0000-000000000000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1:46:28.887" v="1126" actId="164"/>
          <ac:spMkLst>
            <pc:docMk/>
            <pc:sldMk cId="0" sldId="264"/>
            <ac:spMk id="16" creationId="{00000000-0000-0000-0000-000000000000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1:46:28.887" v="1126" actId="164"/>
          <ac:spMkLst>
            <pc:docMk/>
            <pc:sldMk cId="0" sldId="264"/>
            <ac:spMk id="18" creationId="{00000000-0000-0000-0000-000000000000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1:46:28.887" v="1126" actId="164"/>
          <ac:spMkLst>
            <pc:docMk/>
            <pc:sldMk cId="0" sldId="264"/>
            <ac:spMk id="27" creationId="{00000000-0000-0000-0000-000000000000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1:46:28.887" v="1126" actId="164"/>
          <ac:spMkLst>
            <pc:docMk/>
            <pc:sldMk cId="0" sldId="264"/>
            <ac:spMk id="28" creationId="{00000000-0000-0000-0000-000000000000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1:46:28.887" v="1126" actId="164"/>
          <ac:spMkLst>
            <pc:docMk/>
            <pc:sldMk cId="0" sldId="264"/>
            <ac:spMk id="29" creationId="{00000000-0000-0000-0000-000000000000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1:46:28.887" v="1126" actId="164"/>
          <ac:spMkLst>
            <pc:docMk/>
            <pc:sldMk cId="0" sldId="264"/>
            <ac:spMk id="31" creationId="{00000000-0000-0000-0000-000000000000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1:46:28.887" v="1126" actId="164"/>
          <ac:spMkLst>
            <pc:docMk/>
            <pc:sldMk cId="0" sldId="264"/>
            <ac:spMk id="33" creationId="{00000000-0000-0000-0000-000000000000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1:46:28.887" v="1126" actId="164"/>
          <ac:spMkLst>
            <pc:docMk/>
            <pc:sldMk cId="0" sldId="264"/>
            <ac:spMk id="36" creationId="{00000000-0000-0000-0000-000000000000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1:46:28.887" v="1126" actId="164"/>
          <ac:spMkLst>
            <pc:docMk/>
            <pc:sldMk cId="0" sldId="264"/>
            <ac:spMk id="37" creationId="{00000000-0000-0000-0000-000000000000}"/>
          </ac:spMkLst>
        </pc:spChg>
        <pc:grpChg chg="mod">
          <ac:chgData name="احمد تامر فكرى عبدالحليم النحال" userId="2c39f8a2-d4ff-4974-9fa8-0be00aa7de63" providerId="ADAL" clId="{9D0481DC-6C8A-46B3-A514-9C79C598702D}" dt="2025-12-17T21:46:42.822" v="1131" actId="14100"/>
          <ac:grpSpMkLst>
            <pc:docMk/>
            <pc:sldMk cId="0" sldId="264"/>
            <ac:grpSpMk id="38" creationId="{9160B212-025A-C1FE-0707-896A278CCE34}"/>
          </ac:grpSpMkLst>
        </pc:grpChg>
        <pc:picChg chg="del">
          <ac:chgData name="احمد تامر فكرى عبدالحليم النحال" userId="2c39f8a2-d4ff-4974-9fa8-0be00aa7de63" providerId="ADAL" clId="{9D0481DC-6C8A-46B3-A514-9C79C598702D}" dt="2025-12-17T23:28:43.582" v="1566" actId="478"/>
          <ac:picMkLst>
            <pc:docMk/>
            <pc:sldMk cId="0" sldId="264"/>
            <ac:picMk id="7" creationId="{00000000-0000-0000-0000-000000000000}"/>
          </ac:picMkLst>
        </pc:picChg>
        <pc:picChg chg="add mod">
          <ac:chgData name="احمد تامر فكرى عبدالحليم النحال" userId="2c39f8a2-d4ff-4974-9fa8-0be00aa7de63" providerId="ADAL" clId="{9D0481DC-6C8A-46B3-A514-9C79C598702D}" dt="2025-12-18T00:58:28.078" v="2149" actId="1038"/>
          <ac:picMkLst>
            <pc:docMk/>
            <pc:sldMk cId="0" sldId="264"/>
            <ac:picMk id="40" creationId="{A0B585D8-A54F-E501-9CC4-64E6566696AC}"/>
          </ac:picMkLst>
        </pc:picChg>
      </pc:sldChg>
      <pc:sldChg chg="addSp delSp modSp mod ord">
        <pc:chgData name="احمد تامر فكرى عبدالحليم النحال" userId="2c39f8a2-d4ff-4974-9fa8-0be00aa7de63" providerId="ADAL" clId="{9D0481DC-6C8A-46B3-A514-9C79C598702D}" dt="2025-12-18T01:00:05.899" v="2193" actId="14100"/>
        <pc:sldMkLst>
          <pc:docMk/>
          <pc:sldMk cId="0" sldId="265"/>
        </pc:sldMkLst>
        <pc:spChg chg="mod">
          <ac:chgData name="احمد تامر فكرى عبدالحليم النحال" userId="2c39f8a2-d4ff-4974-9fa8-0be00aa7de63" providerId="ADAL" clId="{9D0481DC-6C8A-46B3-A514-9C79C598702D}" dt="2025-12-17T21:06:04.139" v="380" actId="1035"/>
          <ac:spMkLst>
            <pc:docMk/>
            <pc:sldMk cId="0" sldId="265"/>
            <ac:spMk id="4" creationId="{00000000-0000-0000-0000-000000000000}"/>
          </ac:spMkLst>
        </pc:spChg>
        <pc:spChg chg="mod topLvl">
          <ac:chgData name="احمد تامر فكرى عبدالحليم النحال" userId="2c39f8a2-d4ff-4974-9fa8-0be00aa7de63" providerId="ADAL" clId="{9D0481DC-6C8A-46B3-A514-9C79C598702D}" dt="2025-12-18T01:00:05.899" v="2193" actId="14100"/>
          <ac:spMkLst>
            <pc:docMk/>
            <pc:sldMk cId="0" sldId="265"/>
            <ac:spMk id="5" creationId="{00000000-0000-0000-0000-000000000000}"/>
          </ac:spMkLst>
        </pc:spChg>
        <pc:spChg chg="del mod topLvl">
          <ac:chgData name="احمد تامر فكرى عبدالحليم النحال" userId="2c39f8a2-d4ff-4974-9fa8-0be00aa7de63" providerId="ADAL" clId="{9D0481DC-6C8A-46B3-A514-9C79C598702D}" dt="2025-12-18T00:28:47.570" v="1706" actId="478"/>
          <ac:spMkLst>
            <pc:docMk/>
            <pc:sldMk cId="0" sldId="265"/>
            <ac:spMk id="6" creationId="{00000000-0000-0000-0000-000000000000}"/>
          </ac:spMkLst>
        </pc:spChg>
        <pc:spChg chg="del">
          <ac:chgData name="احمد تامر فكرى عبدالحليم النحال" userId="2c39f8a2-d4ff-4974-9fa8-0be00aa7de63" providerId="ADAL" clId="{9D0481DC-6C8A-46B3-A514-9C79C598702D}" dt="2025-12-18T00:28:42.559" v="1705" actId="478"/>
          <ac:spMkLst>
            <pc:docMk/>
            <pc:sldMk cId="0" sldId="265"/>
            <ac:spMk id="8" creationId="{00000000-0000-0000-0000-000000000000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1:05:34.679" v="364" actId="164"/>
          <ac:spMkLst>
            <pc:docMk/>
            <pc:sldMk cId="0" sldId="265"/>
            <ac:spMk id="9" creationId="{00000000-0000-0000-0000-000000000000}"/>
          </ac:spMkLst>
        </pc:spChg>
        <pc:spChg chg="mod topLvl">
          <ac:chgData name="احمد تامر فكرى عبدالحليم النحال" userId="2c39f8a2-d4ff-4974-9fa8-0be00aa7de63" providerId="ADAL" clId="{9D0481DC-6C8A-46B3-A514-9C79C598702D}" dt="2025-12-17T21:05:34.679" v="364" actId="164"/>
          <ac:spMkLst>
            <pc:docMk/>
            <pc:sldMk cId="0" sldId="265"/>
            <ac:spMk id="11" creationId="{00000000-0000-0000-0000-000000000000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1:05:34.679" v="364" actId="164"/>
          <ac:spMkLst>
            <pc:docMk/>
            <pc:sldMk cId="0" sldId="265"/>
            <ac:spMk id="12" creationId="{00000000-0000-0000-0000-000000000000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1:05:34.679" v="364" actId="164"/>
          <ac:spMkLst>
            <pc:docMk/>
            <pc:sldMk cId="0" sldId="265"/>
            <ac:spMk id="14" creationId="{00000000-0000-0000-0000-000000000000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1:05:34.679" v="364" actId="164"/>
          <ac:spMkLst>
            <pc:docMk/>
            <pc:sldMk cId="0" sldId="265"/>
            <ac:spMk id="15" creationId="{00000000-0000-0000-0000-000000000000}"/>
          </ac:spMkLst>
        </pc:spChg>
        <pc:spChg chg="mod topLvl">
          <ac:chgData name="احمد تامر فكرى عبدالحليم النحال" userId="2c39f8a2-d4ff-4974-9fa8-0be00aa7de63" providerId="ADAL" clId="{9D0481DC-6C8A-46B3-A514-9C79C598702D}" dt="2025-12-17T21:05:34.679" v="364" actId="164"/>
          <ac:spMkLst>
            <pc:docMk/>
            <pc:sldMk cId="0" sldId="265"/>
            <ac:spMk id="17" creationId="{00000000-0000-0000-0000-000000000000}"/>
          </ac:spMkLst>
        </pc:spChg>
        <pc:spChg chg="mod topLvl">
          <ac:chgData name="احمد تامر فكرى عبدالحليم النحال" userId="2c39f8a2-d4ff-4974-9fa8-0be00aa7de63" providerId="ADAL" clId="{9D0481DC-6C8A-46B3-A514-9C79C598702D}" dt="2025-12-17T21:05:34.679" v="364" actId="164"/>
          <ac:spMkLst>
            <pc:docMk/>
            <pc:sldMk cId="0" sldId="265"/>
            <ac:spMk id="19" creationId="{00000000-0000-0000-0000-000000000000}"/>
          </ac:spMkLst>
        </pc:spChg>
        <pc:spChg chg="mod topLvl">
          <ac:chgData name="احمد تامر فكرى عبدالحليم النحال" userId="2c39f8a2-d4ff-4974-9fa8-0be00aa7de63" providerId="ADAL" clId="{9D0481DC-6C8A-46B3-A514-9C79C598702D}" dt="2025-12-17T21:05:34.679" v="364" actId="164"/>
          <ac:spMkLst>
            <pc:docMk/>
            <pc:sldMk cId="0" sldId="265"/>
            <ac:spMk id="20" creationId="{00000000-0000-0000-0000-000000000000}"/>
          </ac:spMkLst>
        </pc:spChg>
        <pc:spChg chg="del">
          <ac:chgData name="احمد تامر فكرى عبدالحليم النحال" userId="2c39f8a2-d4ff-4974-9fa8-0be00aa7de63" providerId="ADAL" clId="{9D0481DC-6C8A-46B3-A514-9C79C598702D}" dt="2025-12-17T21:03:01.049" v="328" actId="478"/>
          <ac:spMkLst>
            <pc:docMk/>
            <pc:sldMk cId="0" sldId="265"/>
            <ac:spMk id="21" creationId="{00000000-0000-0000-0000-000000000000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1:05:34.679" v="364" actId="164"/>
          <ac:spMkLst>
            <pc:docMk/>
            <pc:sldMk cId="0" sldId="265"/>
            <ac:spMk id="22" creationId="{00000000-0000-0000-0000-000000000000}"/>
          </ac:spMkLst>
        </pc:spChg>
        <pc:spChg chg="del">
          <ac:chgData name="احمد تامر فكرى عبدالحليم النحال" userId="2c39f8a2-d4ff-4974-9fa8-0be00aa7de63" providerId="ADAL" clId="{9D0481DC-6C8A-46B3-A514-9C79C598702D}" dt="2025-12-17T21:03:14.107" v="330" actId="478"/>
          <ac:spMkLst>
            <pc:docMk/>
            <pc:sldMk cId="0" sldId="265"/>
            <ac:spMk id="23" creationId="{00000000-0000-0000-0000-000000000000}"/>
          </ac:spMkLst>
        </pc:spChg>
        <pc:spChg chg="del mod">
          <ac:chgData name="احمد تامر فكرى عبدالحليم النحال" userId="2c39f8a2-d4ff-4974-9fa8-0be00aa7de63" providerId="ADAL" clId="{9D0481DC-6C8A-46B3-A514-9C79C598702D}" dt="2025-12-17T21:03:09.036" v="329" actId="478"/>
          <ac:spMkLst>
            <pc:docMk/>
            <pc:sldMk cId="0" sldId="265"/>
            <ac:spMk id="24" creationId="{00000000-0000-0000-0000-000000000000}"/>
          </ac:spMkLst>
        </pc:spChg>
        <pc:spChg chg="del">
          <ac:chgData name="احمد تامر فكرى عبدالحليم النحال" userId="2c39f8a2-d4ff-4974-9fa8-0be00aa7de63" providerId="ADAL" clId="{9D0481DC-6C8A-46B3-A514-9C79C598702D}" dt="2025-12-17T21:03:14.107" v="330" actId="478"/>
          <ac:spMkLst>
            <pc:docMk/>
            <pc:sldMk cId="0" sldId="265"/>
            <ac:spMk id="25" creationId="{00000000-0000-0000-0000-000000000000}"/>
          </ac:spMkLst>
        </pc:spChg>
        <pc:spChg chg="del">
          <ac:chgData name="احمد تامر فكرى عبدالحليم النحال" userId="2c39f8a2-d4ff-4974-9fa8-0be00aa7de63" providerId="ADAL" clId="{9D0481DC-6C8A-46B3-A514-9C79C598702D}" dt="2025-12-17T21:03:09.036" v="329" actId="478"/>
          <ac:spMkLst>
            <pc:docMk/>
            <pc:sldMk cId="0" sldId="265"/>
            <ac:spMk id="26" creationId="{00000000-0000-0000-0000-000000000000}"/>
          </ac:spMkLst>
        </pc:spChg>
        <pc:spChg chg="mod topLvl">
          <ac:chgData name="احمد تامر فكرى عبدالحليم النحال" userId="2c39f8a2-d4ff-4974-9fa8-0be00aa7de63" providerId="ADAL" clId="{9D0481DC-6C8A-46B3-A514-9C79C598702D}" dt="2025-12-17T21:05:06.953" v="363" actId="165"/>
          <ac:spMkLst>
            <pc:docMk/>
            <pc:sldMk cId="0" sldId="265"/>
            <ac:spMk id="27" creationId="{00000000-0000-0000-0000-000000000000}"/>
          </ac:spMkLst>
        </pc:spChg>
        <pc:spChg chg="mod topLvl">
          <ac:chgData name="احمد تامر فكرى عبدالحليم النحال" userId="2c39f8a2-d4ff-4974-9fa8-0be00aa7de63" providerId="ADAL" clId="{9D0481DC-6C8A-46B3-A514-9C79C598702D}" dt="2025-12-17T21:05:06.953" v="363" actId="165"/>
          <ac:spMkLst>
            <pc:docMk/>
            <pc:sldMk cId="0" sldId="265"/>
            <ac:spMk id="35" creationId="{00000000-0000-0000-0000-000000000000}"/>
          </ac:spMkLst>
        </pc:spChg>
        <pc:spChg chg="mod topLvl">
          <ac:chgData name="احمد تامر فكرى عبدالحليم النحال" userId="2c39f8a2-d4ff-4974-9fa8-0be00aa7de63" providerId="ADAL" clId="{9D0481DC-6C8A-46B3-A514-9C79C598702D}" dt="2025-12-17T21:05:06.953" v="363" actId="165"/>
          <ac:spMkLst>
            <pc:docMk/>
            <pc:sldMk cId="0" sldId="265"/>
            <ac:spMk id="40" creationId="{00000000-0000-0000-0000-000000000000}"/>
          </ac:spMkLst>
        </pc:spChg>
        <pc:spChg chg="mod topLvl">
          <ac:chgData name="احمد تامر فكرى عبدالحليم النحال" userId="2c39f8a2-d4ff-4974-9fa8-0be00aa7de63" providerId="ADAL" clId="{9D0481DC-6C8A-46B3-A514-9C79C598702D}" dt="2025-12-17T21:05:06.953" v="363" actId="165"/>
          <ac:spMkLst>
            <pc:docMk/>
            <pc:sldMk cId="0" sldId="265"/>
            <ac:spMk id="41" creationId="{00000000-0000-0000-0000-000000000000}"/>
          </ac:spMkLst>
        </pc:spChg>
        <pc:spChg chg="mod topLvl">
          <ac:chgData name="احمد تامر فكرى عبدالحليم النحال" userId="2c39f8a2-d4ff-4974-9fa8-0be00aa7de63" providerId="ADAL" clId="{9D0481DC-6C8A-46B3-A514-9C79C598702D}" dt="2025-12-17T21:05:06.953" v="363" actId="165"/>
          <ac:spMkLst>
            <pc:docMk/>
            <pc:sldMk cId="0" sldId="265"/>
            <ac:spMk id="45" creationId="{00000000-0000-0000-0000-000000000000}"/>
          </ac:spMkLst>
        </pc:spChg>
        <pc:spChg chg="mod topLvl">
          <ac:chgData name="احمد تامر فكرى عبدالحليم النحال" userId="2c39f8a2-d4ff-4974-9fa8-0be00aa7de63" providerId="ADAL" clId="{9D0481DC-6C8A-46B3-A514-9C79C598702D}" dt="2025-12-17T21:05:06.953" v="363" actId="165"/>
          <ac:spMkLst>
            <pc:docMk/>
            <pc:sldMk cId="0" sldId="265"/>
            <ac:spMk id="46" creationId="{00000000-0000-0000-0000-000000000000}"/>
          </ac:spMkLst>
        </pc:spChg>
        <pc:grpChg chg="mod">
          <ac:chgData name="احمد تامر فكرى عبدالحليم النحال" userId="2c39f8a2-d4ff-4974-9fa8-0be00aa7de63" providerId="ADAL" clId="{9D0481DC-6C8A-46B3-A514-9C79C598702D}" dt="2025-12-17T21:01:37.723" v="279" actId="14100"/>
          <ac:grpSpMkLst>
            <pc:docMk/>
            <pc:sldMk cId="0" sldId="265"/>
            <ac:grpSpMk id="47" creationId="{B46EFC31-284C-B037-5385-B216BAB1B6C3}"/>
          </ac:grpSpMkLst>
        </pc:grpChg>
        <pc:grpChg chg="add del mod">
          <ac:chgData name="احمد تامر فكرى عبدالحليم النحال" userId="2c39f8a2-d4ff-4974-9fa8-0be00aa7de63" providerId="ADAL" clId="{9D0481DC-6C8A-46B3-A514-9C79C598702D}" dt="2025-12-18T00:28:47.570" v="1706" actId="478"/>
          <ac:grpSpMkLst>
            <pc:docMk/>
            <pc:sldMk cId="0" sldId="265"/>
            <ac:grpSpMk id="48" creationId="{53676B03-9DC8-047D-1F5C-C0EE3DFF77AB}"/>
          </ac:grpSpMkLst>
        </pc:grpChg>
        <pc:grpChg chg="mod">
          <ac:chgData name="احمد تامر فكرى عبدالحليم النحال" userId="2c39f8a2-d4ff-4974-9fa8-0be00aa7de63" providerId="ADAL" clId="{9D0481DC-6C8A-46B3-A514-9C79C598702D}" dt="2025-12-17T21:05:41.320" v="365" actId="1076"/>
          <ac:grpSpMkLst>
            <pc:docMk/>
            <pc:sldMk cId="0" sldId="265"/>
            <ac:grpSpMk id="49" creationId="{A8E39206-23CC-9100-4121-3CD4F46E690F}"/>
          </ac:grpSpMkLst>
        </pc:grpChg>
        <pc:picChg chg="del">
          <ac:chgData name="احمد تامر فكرى عبدالحليم النحال" userId="2c39f8a2-d4ff-4974-9fa8-0be00aa7de63" providerId="ADAL" clId="{9D0481DC-6C8A-46B3-A514-9C79C598702D}" dt="2025-12-18T00:28:42.559" v="1705" actId="478"/>
          <ac:picMkLst>
            <pc:docMk/>
            <pc:sldMk cId="0" sldId="265"/>
            <ac:picMk id="7" creationId="{00000000-0000-0000-0000-000000000000}"/>
          </ac:picMkLst>
        </pc:picChg>
        <pc:picChg chg="mod">
          <ac:chgData name="احمد تامر فكرى عبدالحليم النحال" userId="2c39f8a2-d4ff-4974-9fa8-0be00aa7de63" providerId="ADAL" clId="{9D0481DC-6C8A-46B3-A514-9C79C598702D}" dt="2025-12-17T21:05:34.679" v="364" actId="164"/>
          <ac:picMkLst>
            <pc:docMk/>
            <pc:sldMk cId="0" sldId="265"/>
            <ac:picMk id="10" creationId="{00000000-0000-0000-0000-000000000000}"/>
          </ac:picMkLst>
        </pc:picChg>
        <pc:picChg chg="add mod">
          <ac:chgData name="احمد تامر فكرى عبدالحليم النحال" userId="2c39f8a2-d4ff-4974-9fa8-0be00aa7de63" providerId="ADAL" clId="{9D0481DC-6C8A-46B3-A514-9C79C598702D}" dt="2025-12-18T00:59:47.301" v="2182" actId="14100"/>
          <ac:picMkLst>
            <pc:docMk/>
            <pc:sldMk cId="0" sldId="265"/>
            <ac:picMk id="23" creationId="{8D78B6AD-483B-48B4-B2DB-22281E2AABB5}"/>
          </ac:picMkLst>
        </pc:picChg>
      </pc:sldChg>
      <pc:sldChg chg="addSp delSp modSp mod">
        <pc:chgData name="احمد تامر فكرى عبدالحليم النحال" userId="2c39f8a2-d4ff-4974-9fa8-0be00aa7de63" providerId="ADAL" clId="{9D0481DC-6C8A-46B3-A514-9C79C598702D}" dt="2025-12-18T00:57:36.578" v="2117" actId="14100"/>
        <pc:sldMkLst>
          <pc:docMk/>
          <pc:sldMk cId="0" sldId="266"/>
        </pc:sldMkLst>
        <pc:spChg chg="mod">
          <ac:chgData name="احمد تامر فكرى عبدالحليم النحال" userId="2c39f8a2-d4ff-4974-9fa8-0be00aa7de63" providerId="ADAL" clId="{9D0481DC-6C8A-46B3-A514-9C79C598702D}" dt="2025-12-18T00:57:36.578" v="2117" actId="14100"/>
          <ac:spMkLst>
            <pc:docMk/>
            <pc:sldMk cId="0" sldId="266"/>
            <ac:spMk id="5" creationId="{00000000-0000-0000-0000-000000000000}"/>
          </ac:spMkLst>
        </pc:spChg>
        <pc:spChg chg="del">
          <ac:chgData name="احمد تامر فكرى عبدالحليم النحال" userId="2c39f8a2-d4ff-4974-9fa8-0be00aa7de63" providerId="ADAL" clId="{9D0481DC-6C8A-46B3-A514-9C79C598702D}" dt="2025-12-17T22:52:13.918" v="1487" actId="478"/>
          <ac:spMkLst>
            <pc:docMk/>
            <pc:sldMk cId="0" sldId="266"/>
            <ac:spMk id="6" creationId="{00000000-0000-0000-0000-000000000000}"/>
          </ac:spMkLst>
        </pc:spChg>
        <pc:spChg chg="del">
          <ac:chgData name="احمد تامر فكرى عبدالحليم النحال" userId="2c39f8a2-d4ff-4974-9fa8-0be00aa7de63" providerId="ADAL" clId="{9D0481DC-6C8A-46B3-A514-9C79C598702D}" dt="2025-12-17T22:52:13.918" v="1487" actId="478"/>
          <ac:spMkLst>
            <pc:docMk/>
            <pc:sldMk cId="0" sldId="266"/>
            <ac:spMk id="8" creationId="{00000000-0000-0000-0000-000000000000}"/>
          </ac:spMkLst>
        </pc:spChg>
        <pc:picChg chg="del">
          <ac:chgData name="احمد تامر فكرى عبدالحليم النحال" userId="2c39f8a2-d4ff-4974-9fa8-0be00aa7de63" providerId="ADAL" clId="{9D0481DC-6C8A-46B3-A514-9C79C598702D}" dt="2025-12-17T22:52:13.918" v="1487" actId="478"/>
          <ac:picMkLst>
            <pc:docMk/>
            <pc:sldMk cId="0" sldId="266"/>
            <ac:picMk id="7" creationId="{00000000-0000-0000-0000-000000000000}"/>
          </ac:picMkLst>
        </pc:picChg>
        <pc:picChg chg="add mod">
          <ac:chgData name="احمد تامر فكرى عبدالحليم النحال" userId="2c39f8a2-d4ff-4974-9fa8-0be00aa7de63" providerId="ADAL" clId="{9D0481DC-6C8A-46B3-A514-9C79C598702D}" dt="2025-12-18T00:57:12.306" v="2108" actId="14100"/>
          <ac:picMkLst>
            <pc:docMk/>
            <pc:sldMk cId="0" sldId="266"/>
            <ac:picMk id="33" creationId="{A210094E-7234-F1B8-1C53-9C9C1F6B5853}"/>
          </ac:picMkLst>
        </pc:picChg>
      </pc:sldChg>
      <pc:sldChg chg="addSp delSp modSp mod">
        <pc:chgData name="احمد تامر فكرى عبدالحليم النحال" userId="2c39f8a2-d4ff-4974-9fa8-0be00aa7de63" providerId="ADAL" clId="{9D0481DC-6C8A-46B3-A514-9C79C598702D}" dt="2025-12-18T00:58:17.660" v="2142" actId="207"/>
        <pc:sldMkLst>
          <pc:docMk/>
          <pc:sldMk cId="0" sldId="267"/>
        </pc:sldMkLst>
        <pc:spChg chg="mod topLvl">
          <ac:chgData name="احمد تامر فكرى عبدالحليم النحال" userId="2c39f8a2-d4ff-4974-9fa8-0be00aa7de63" providerId="ADAL" clId="{9D0481DC-6C8A-46B3-A514-9C79C598702D}" dt="2025-12-18T00:58:17.660" v="2142" actId="207"/>
          <ac:spMkLst>
            <pc:docMk/>
            <pc:sldMk cId="0" sldId="267"/>
            <ac:spMk id="5" creationId="{00000000-0000-0000-0000-000000000000}"/>
          </ac:spMkLst>
        </pc:spChg>
        <pc:spChg chg="del mod topLvl">
          <ac:chgData name="احمد تامر فكرى عبدالحليم النحال" userId="2c39f8a2-d4ff-4974-9fa8-0be00aa7de63" providerId="ADAL" clId="{9D0481DC-6C8A-46B3-A514-9C79C598702D}" dt="2025-12-18T00:29:50.836" v="1786" actId="478"/>
          <ac:spMkLst>
            <pc:docMk/>
            <pc:sldMk cId="0" sldId="267"/>
            <ac:spMk id="6" creationId="{00000000-0000-0000-0000-000000000000}"/>
          </ac:spMkLst>
        </pc:spChg>
        <pc:spChg chg="del">
          <ac:chgData name="احمد تامر فكرى عبدالحليم النحال" userId="2c39f8a2-d4ff-4974-9fa8-0be00aa7de63" providerId="ADAL" clId="{9D0481DC-6C8A-46B3-A514-9C79C598702D}" dt="2025-12-18T00:29:48.799" v="1785" actId="478"/>
          <ac:spMkLst>
            <pc:docMk/>
            <pc:sldMk cId="0" sldId="267"/>
            <ac:spMk id="8" creationId="{00000000-0000-0000-0000-000000000000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1:07:10.959" v="382" actId="14100"/>
          <ac:spMkLst>
            <pc:docMk/>
            <pc:sldMk cId="0" sldId="267"/>
            <ac:spMk id="11" creationId="{00000000-0000-0000-0000-000000000000}"/>
          </ac:spMkLst>
        </pc:spChg>
        <pc:spChg chg="del">
          <ac:chgData name="احمد تامر فكرى عبدالحليم النحال" userId="2c39f8a2-d4ff-4974-9fa8-0be00aa7de63" providerId="ADAL" clId="{9D0481DC-6C8A-46B3-A514-9C79C598702D}" dt="2025-12-17T21:06:59.243" v="381" actId="478"/>
          <ac:spMkLst>
            <pc:docMk/>
            <pc:sldMk cId="0" sldId="267"/>
            <ac:spMk id="16" creationId="{00000000-0000-0000-0000-000000000000}"/>
          </ac:spMkLst>
        </pc:spChg>
        <pc:spChg chg="del">
          <ac:chgData name="احمد تامر فكرى عبدالحليم النحال" userId="2c39f8a2-d4ff-4974-9fa8-0be00aa7de63" providerId="ADAL" clId="{9D0481DC-6C8A-46B3-A514-9C79C598702D}" dt="2025-12-17T21:06:59.243" v="381" actId="478"/>
          <ac:spMkLst>
            <pc:docMk/>
            <pc:sldMk cId="0" sldId="267"/>
            <ac:spMk id="17" creationId="{00000000-0000-0000-0000-000000000000}"/>
          </ac:spMkLst>
        </pc:spChg>
        <pc:spChg chg="del">
          <ac:chgData name="احمد تامر فكرى عبدالحليم النحال" userId="2c39f8a2-d4ff-4974-9fa8-0be00aa7de63" providerId="ADAL" clId="{9D0481DC-6C8A-46B3-A514-9C79C598702D}" dt="2025-12-17T21:06:59.243" v="381" actId="478"/>
          <ac:spMkLst>
            <pc:docMk/>
            <pc:sldMk cId="0" sldId="267"/>
            <ac:spMk id="18" creationId="{00000000-0000-0000-0000-000000000000}"/>
          </ac:spMkLst>
        </pc:spChg>
        <pc:spChg chg="del">
          <ac:chgData name="احمد تامر فكرى عبدالحليم النحال" userId="2c39f8a2-d4ff-4974-9fa8-0be00aa7de63" providerId="ADAL" clId="{9D0481DC-6C8A-46B3-A514-9C79C598702D}" dt="2025-12-17T21:06:59.243" v="381" actId="478"/>
          <ac:spMkLst>
            <pc:docMk/>
            <pc:sldMk cId="0" sldId="267"/>
            <ac:spMk id="19" creationId="{00000000-0000-0000-0000-000000000000}"/>
          </ac:spMkLst>
        </pc:spChg>
        <pc:spChg chg="del">
          <ac:chgData name="احمد تامر فكرى عبدالحليم النحال" userId="2c39f8a2-d4ff-4974-9fa8-0be00aa7de63" providerId="ADAL" clId="{9D0481DC-6C8A-46B3-A514-9C79C598702D}" dt="2025-12-17T21:06:59.243" v="381" actId="478"/>
          <ac:spMkLst>
            <pc:docMk/>
            <pc:sldMk cId="0" sldId="267"/>
            <ac:spMk id="20" creationId="{00000000-0000-0000-0000-000000000000}"/>
          </ac:spMkLst>
        </pc:spChg>
        <pc:spChg chg="del">
          <ac:chgData name="احمد تامر فكرى عبدالحليم النحال" userId="2c39f8a2-d4ff-4974-9fa8-0be00aa7de63" providerId="ADAL" clId="{9D0481DC-6C8A-46B3-A514-9C79C598702D}" dt="2025-12-17T21:06:59.243" v="381" actId="478"/>
          <ac:spMkLst>
            <pc:docMk/>
            <pc:sldMk cId="0" sldId="267"/>
            <ac:spMk id="21" creationId="{00000000-0000-0000-0000-000000000000}"/>
          </ac:spMkLst>
        </pc:spChg>
        <pc:spChg chg="del">
          <ac:chgData name="احمد تامر فكرى عبدالحليم النحال" userId="2c39f8a2-d4ff-4974-9fa8-0be00aa7de63" providerId="ADAL" clId="{9D0481DC-6C8A-46B3-A514-9C79C598702D}" dt="2025-12-17T21:06:59.243" v="381" actId="478"/>
          <ac:spMkLst>
            <pc:docMk/>
            <pc:sldMk cId="0" sldId="267"/>
            <ac:spMk id="22" creationId="{00000000-0000-0000-0000-000000000000}"/>
          </ac:spMkLst>
        </pc:spChg>
        <pc:spChg chg="del">
          <ac:chgData name="احمد تامر فكرى عبدالحليم النحال" userId="2c39f8a2-d4ff-4974-9fa8-0be00aa7de63" providerId="ADAL" clId="{9D0481DC-6C8A-46B3-A514-9C79C598702D}" dt="2025-12-17T21:06:59.243" v="381" actId="478"/>
          <ac:spMkLst>
            <pc:docMk/>
            <pc:sldMk cId="0" sldId="267"/>
            <ac:spMk id="23" creationId="{00000000-0000-0000-0000-000000000000}"/>
          </ac:spMkLst>
        </pc:spChg>
        <pc:spChg chg="del">
          <ac:chgData name="احمد تامر فكرى عبدالحليم النحال" userId="2c39f8a2-d4ff-4974-9fa8-0be00aa7de63" providerId="ADAL" clId="{9D0481DC-6C8A-46B3-A514-9C79C598702D}" dt="2025-12-17T21:06:59.243" v="381" actId="478"/>
          <ac:spMkLst>
            <pc:docMk/>
            <pc:sldMk cId="0" sldId="267"/>
            <ac:spMk id="24" creationId="{00000000-0000-0000-0000-000000000000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1:07:59.764" v="386" actId="164"/>
          <ac:spMkLst>
            <pc:docMk/>
            <pc:sldMk cId="0" sldId="267"/>
            <ac:spMk id="28" creationId="{00000000-0000-0000-0000-000000000000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1:07:59.764" v="386" actId="164"/>
          <ac:spMkLst>
            <pc:docMk/>
            <pc:sldMk cId="0" sldId="267"/>
            <ac:spMk id="29" creationId="{00000000-0000-0000-0000-000000000000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1:07:59.764" v="386" actId="164"/>
          <ac:spMkLst>
            <pc:docMk/>
            <pc:sldMk cId="0" sldId="267"/>
            <ac:spMk id="30" creationId="{00000000-0000-0000-0000-000000000000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1:07:59.764" v="386" actId="164"/>
          <ac:spMkLst>
            <pc:docMk/>
            <pc:sldMk cId="0" sldId="267"/>
            <ac:spMk id="31" creationId="{00000000-0000-0000-0000-000000000000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1:07:59.764" v="386" actId="164"/>
          <ac:spMkLst>
            <pc:docMk/>
            <pc:sldMk cId="0" sldId="267"/>
            <ac:spMk id="35" creationId="{00000000-0000-0000-0000-000000000000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1:07:59.764" v="386" actId="164"/>
          <ac:spMkLst>
            <pc:docMk/>
            <pc:sldMk cId="0" sldId="267"/>
            <ac:spMk id="38" creationId="{00000000-0000-0000-0000-000000000000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1:07:59.764" v="386" actId="164"/>
          <ac:spMkLst>
            <pc:docMk/>
            <pc:sldMk cId="0" sldId="267"/>
            <ac:spMk id="39" creationId="{00000000-0000-0000-0000-000000000000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1:07:59.764" v="386" actId="164"/>
          <ac:spMkLst>
            <pc:docMk/>
            <pc:sldMk cId="0" sldId="267"/>
            <ac:spMk id="41" creationId="{00000000-0000-0000-0000-000000000000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1:07:59.764" v="386" actId="164"/>
          <ac:spMkLst>
            <pc:docMk/>
            <pc:sldMk cId="0" sldId="267"/>
            <ac:spMk id="43" creationId="{00000000-0000-0000-0000-000000000000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1:07:59.764" v="386" actId="164"/>
          <ac:spMkLst>
            <pc:docMk/>
            <pc:sldMk cId="0" sldId="267"/>
            <ac:spMk id="44" creationId="{00000000-0000-0000-0000-000000000000}"/>
          </ac:spMkLst>
        </pc:spChg>
        <pc:spChg chg="del">
          <ac:chgData name="احمد تامر فكرى عبدالحليم النحال" userId="2c39f8a2-d4ff-4974-9fa8-0be00aa7de63" providerId="ADAL" clId="{9D0481DC-6C8A-46B3-A514-9C79C598702D}" dt="2025-12-17T21:07:26.320" v="383" actId="478"/>
          <ac:spMkLst>
            <pc:docMk/>
            <pc:sldMk cId="0" sldId="267"/>
            <ac:spMk id="45" creationId="{00000000-0000-0000-0000-000000000000}"/>
          </ac:spMkLst>
        </pc:spChg>
        <pc:spChg chg="del">
          <ac:chgData name="احمد تامر فكرى عبدالحليم النحال" userId="2c39f8a2-d4ff-4974-9fa8-0be00aa7de63" providerId="ADAL" clId="{9D0481DC-6C8A-46B3-A514-9C79C598702D}" dt="2025-12-17T21:07:26.320" v="383" actId="478"/>
          <ac:spMkLst>
            <pc:docMk/>
            <pc:sldMk cId="0" sldId="267"/>
            <ac:spMk id="47" creationId="{00000000-0000-0000-0000-000000000000}"/>
          </ac:spMkLst>
        </pc:spChg>
        <pc:spChg chg="del">
          <ac:chgData name="احمد تامر فكرى عبدالحليم النحال" userId="2c39f8a2-d4ff-4974-9fa8-0be00aa7de63" providerId="ADAL" clId="{9D0481DC-6C8A-46B3-A514-9C79C598702D}" dt="2025-12-17T21:07:26.320" v="383" actId="478"/>
          <ac:spMkLst>
            <pc:docMk/>
            <pc:sldMk cId="0" sldId="267"/>
            <ac:spMk id="48" creationId="{00000000-0000-0000-0000-000000000000}"/>
          </ac:spMkLst>
        </pc:spChg>
        <pc:spChg chg="del">
          <ac:chgData name="احمد تامر فكرى عبدالحليم النحال" userId="2c39f8a2-d4ff-4974-9fa8-0be00aa7de63" providerId="ADAL" clId="{9D0481DC-6C8A-46B3-A514-9C79C598702D}" dt="2025-12-17T21:07:26.320" v="383" actId="478"/>
          <ac:spMkLst>
            <pc:docMk/>
            <pc:sldMk cId="0" sldId="267"/>
            <ac:spMk id="50" creationId="{00000000-0000-0000-0000-000000000000}"/>
          </ac:spMkLst>
        </pc:spChg>
        <pc:grpChg chg="mod">
          <ac:chgData name="احمد تامر فكرى عبدالحليم النحال" userId="2c39f8a2-d4ff-4974-9fa8-0be00aa7de63" providerId="ADAL" clId="{9D0481DC-6C8A-46B3-A514-9C79C598702D}" dt="2025-12-17T21:08:11.444" v="387" actId="1076"/>
          <ac:grpSpMkLst>
            <pc:docMk/>
            <pc:sldMk cId="0" sldId="267"/>
            <ac:grpSpMk id="51" creationId="{E6FC32CB-1F9F-3CD1-1BB4-D00F4A289C18}"/>
          </ac:grpSpMkLst>
        </pc:grpChg>
        <pc:grpChg chg="add del mod">
          <ac:chgData name="احمد تامر فكرى عبدالحليم النحال" userId="2c39f8a2-d4ff-4974-9fa8-0be00aa7de63" providerId="ADAL" clId="{9D0481DC-6C8A-46B3-A514-9C79C598702D}" dt="2025-12-18T00:29:50.836" v="1786" actId="478"/>
          <ac:grpSpMkLst>
            <pc:docMk/>
            <pc:sldMk cId="0" sldId="267"/>
            <ac:grpSpMk id="52" creationId="{350309F8-1E0B-0959-6B46-27778ECA711A}"/>
          </ac:grpSpMkLst>
        </pc:grpChg>
        <pc:picChg chg="del">
          <ac:chgData name="احمد تامر فكرى عبدالحليم النحال" userId="2c39f8a2-d4ff-4974-9fa8-0be00aa7de63" providerId="ADAL" clId="{9D0481DC-6C8A-46B3-A514-9C79C598702D}" dt="2025-12-18T00:29:48.799" v="1785" actId="478"/>
          <ac:picMkLst>
            <pc:docMk/>
            <pc:sldMk cId="0" sldId="267"/>
            <ac:picMk id="7" creationId="{00000000-0000-0000-0000-000000000000}"/>
          </ac:picMkLst>
        </pc:picChg>
        <pc:picChg chg="add mod">
          <ac:chgData name="احمد تامر فكرى عبدالحليم النحال" userId="2c39f8a2-d4ff-4974-9fa8-0be00aa7de63" providerId="ADAL" clId="{9D0481DC-6C8A-46B3-A514-9C79C598702D}" dt="2025-12-18T00:40:06.328" v="1922" actId="1038"/>
          <ac:picMkLst>
            <pc:docMk/>
            <pc:sldMk cId="0" sldId="267"/>
            <ac:picMk id="17" creationId="{01552B00-624C-9870-F3E9-147DCAA9427A}"/>
          </ac:picMkLst>
        </pc:picChg>
        <pc:picChg chg="del">
          <ac:chgData name="احمد تامر فكرى عبدالحليم النحال" userId="2c39f8a2-d4ff-4974-9fa8-0be00aa7de63" providerId="ADAL" clId="{9D0481DC-6C8A-46B3-A514-9C79C598702D}" dt="2025-12-17T21:07:26.320" v="383" actId="478"/>
          <ac:picMkLst>
            <pc:docMk/>
            <pc:sldMk cId="0" sldId="267"/>
            <ac:picMk id="46" creationId="{00000000-0000-0000-0000-000000000000}"/>
          </ac:picMkLst>
        </pc:picChg>
        <pc:picChg chg="del">
          <ac:chgData name="احمد تامر فكرى عبدالحليم النحال" userId="2c39f8a2-d4ff-4974-9fa8-0be00aa7de63" providerId="ADAL" clId="{9D0481DC-6C8A-46B3-A514-9C79C598702D}" dt="2025-12-17T21:07:26.320" v="383" actId="478"/>
          <ac:picMkLst>
            <pc:docMk/>
            <pc:sldMk cId="0" sldId="267"/>
            <ac:picMk id="49" creationId="{00000000-0000-0000-0000-000000000000}"/>
          </ac:picMkLst>
        </pc:picChg>
      </pc:sldChg>
      <pc:sldChg chg="addSp modSp mod">
        <pc:chgData name="احمد تامر فكرى عبدالحليم النحال" userId="2c39f8a2-d4ff-4974-9fa8-0be00aa7de63" providerId="ADAL" clId="{9D0481DC-6C8A-46B3-A514-9C79C598702D}" dt="2025-12-17T21:10:41.040" v="423" actId="122"/>
        <pc:sldMkLst>
          <pc:docMk/>
          <pc:sldMk cId="0" sldId="268"/>
        </pc:sldMkLst>
        <pc:spChg chg="mod">
          <ac:chgData name="احمد تامر فكرى عبدالحليم النحال" userId="2c39f8a2-d4ff-4974-9fa8-0be00aa7de63" providerId="ADAL" clId="{9D0481DC-6C8A-46B3-A514-9C79C598702D}" dt="2025-12-17T21:09:49.278" v="390" actId="164"/>
          <ac:spMkLst>
            <pc:docMk/>
            <pc:sldMk cId="0" sldId="268"/>
            <ac:spMk id="5" creationId="{00000000-0000-0000-0000-000000000000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1:10:41.040" v="423" actId="122"/>
          <ac:spMkLst>
            <pc:docMk/>
            <pc:sldMk cId="0" sldId="268"/>
            <ac:spMk id="7" creationId="{00000000-0000-0000-0000-000000000000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1:10:41.040" v="423" actId="122"/>
          <ac:spMkLst>
            <pc:docMk/>
            <pc:sldMk cId="0" sldId="268"/>
            <ac:spMk id="9" creationId="{00000000-0000-0000-0000-000000000000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1:10:41.040" v="423" actId="122"/>
          <ac:spMkLst>
            <pc:docMk/>
            <pc:sldMk cId="0" sldId="268"/>
            <ac:spMk id="11" creationId="{00000000-0000-0000-0000-000000000000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1:10:21.390" v="417" actId="122"/>
          <ac:spMkLst>
            <pc:docMk/>
            <pc:sldMk cId="0" sldId="268"/>
            <ac:spMk id="13" creationId="{00000000-0000-0000-0000-000000000000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1:09:49.278" v="390" actId="164"/>
          <ac:spMkLst>
            <pc:docMk/>
            <pc:sldMk cId="0" sldId="268"/>
            <ac:spMk id="14" creationId="{00000000-0000-0000-0000-000000000000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1:09:49.278" v="390" actId="164"/>
          <ac:spMkLst>
            <pc:docMk/>
            <pc:sldMk cId="0" sldId="268"/>
            <ac:spMk id="17" creationId="{00000000-0000-0000-0000-000000000000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1:09:49.278" v="390" actId="164"/>
          <ac:spMkLst>
            <pc:docMk/>
            <pc:sldMk cId="0" sldId="268"/>
            <ac:spMk id="19" creationId="{00000000-0000-0000-0000-000000000000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1:10:24.461" v="418" actId="122"/>
          <ac:spMkLst>
            <pc:docMk/>
            <pc:sldMk cId="0" sldId="268"/>
            <ac:spMk id="28" creationId="{00000000-0000-0000-0000-000000000000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1:09:49.278" v="390" actId="164"/>
          <ac:spMkLst>
            <pc:docMk/>
            <pc:sldMk cId="0" sldId="268"/>
            <ac:spMk id="32" creationId="{00000000-0000-0000-0000-000000000000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1:10:27.189" v="419" actId="122"/>
          <ac:spMkLst>
            <pc:docMk/>
            <pc:sldMk cId="0" sldId="268"/>
            <ac:spMk id="43" creationId="{00000000-0000-0000-0000-000000000000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1:09:49.278" v="390" actId="164"/>
          <ac:spMkLst>
            <pc:docMk/>
            <pc:sldMk cId="0" sldId="268"/>
            <ac:spMk id="53" creationId="{00000000-0000-0000-0000-000000000000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1:10:29.954" v="420" actId="122"/>
          <ac:spMkLst>
            <pc:docMk/>
            <pc:sldMk cId="0" sldId="268"/>
            <ac:spMk id="58" creationId="{00000000-0000-0000-0000-000000000000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1:09:49.278" v="390" actId="164"/>
          <ac:spMkLst>
            <pc:docMk/>
            <pc:sldMk cId="0" sldId="268"/>
            <ac:spMk id="70" creationId="{00000000-0000-0000-0000-000000000000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1:09:49.278" v="390" actId="164"/>
          <ac:spMkLst>
            <pc:docMk/>
            <pc:sldMk cId="0" sldId="268"/>
            <ac:spMk id="72" creationId="{00000000-0000-0000-0000-000000000000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1:10:32.825" v="421" actId="122"/>
          <ac:spMkLst>
            <pc:docMk/>
            <pc:sldMk cId="0" sldId="268"/>
            <ac:spMk id="73" creationId="{00000000-0000-0000-0000-000000000000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1:09:49.278" v="390" actId="164"/>
          <ac:spMkLst>
            <pc:docMk/>
            <pc:sldMk cId="0" sldId="268"/>
            <ac:spMk id="81" creationId="{00000000-0000-0000-0000-000000000000}"/>
          </ac:spMkLst>
        </pc:spChg>
        <pc:grpChg chg="mod">
          <ac:chgData name="احمد تامر فكرى عبدالحليم النحال" userId="2c39f8a2-d4ff-4974-9fa8-0be00aa7de63" providerId="ADAL" clId="{9D0481DC-6C8A-46B3-A514-9C79C598702D}" dt="2025-12-17T21:10:00.551" v="392" actId="14100"/>
          <ac:grpSpMkLst>
            <pc:docMk/>
            <pc:sldMk cId="0" sldId="268"/>
            <ac:grpSpMk id="84" creationId="{642338BF-99C6-3A64-2CD0-A24130436717}"/>
          </ac:grpSpMkLst>
        </pc:grpChg>
        <pc:picChg chg="mod">
          <ac:chgData name="احمد تامر فكرى عبدالحليم النحال" userId="2c39f8a2-d4ff-4974-9fa8-0be00aa7de63" providerId="ADAL" clId="{9D0481DC-6C8A-46B3-A514-9C79C598702D}" dt="2025-12-17T21:10:15.748" v="416" actId="1038"/>
          <ac:picMkLst>
            <pc:docMk/>
            <pc:sldMk cId="0" sldId="268"/>
            <ac:picMk id="15" creationId="{00000000-0000-0000-0000-000000000000}"/>
          </ac:picMkLst>
        </pc:picChg>
      </pc:sldChg>
      <pc:sldChg chg="addSp modSp mod">
        <pc:chgData name="احمد تامر فكرى عبدالحليم النحال" userId="2c39f8a2-d4ff-4974-9fa8-0be00aa7de63" providerId="ADAL" clId="{9D0481DC-6C8A-46B3-A514-9C79C598702D}" dt="2025-12-17T21:12:54.266" v="454" actId="20577"/>
        <pc:sldMkLst>
          <pc:docMk/>
          <pc:sldMk cId="0" sldId="269"/>
        </pc:sldMkLst>
        <pc:spChg chg="mod">
          <ac:chgData name="احمد تامر فكرى عبدالحليم النحال" userId="2c39f8a2-d4ff-4974-9fa8-0be00aa7de63" providerId="ADAL" clId="{9D0481DC-6C8A-46B3-A514-9C79C598702D}" dt="2025-12-17T21:11:23.305" v="424" actId="164"/>
          <ac:spMkLst>
            <pc:docMk/>
            <pc:sldMk cId="0" sldId="269"/>
            <ac:spMk id="5" creationId="{00000000-0000-0000-0000-000000000000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1:12:15.520" v="446" actId="20577"/>
          <ac:spMkLst>
            <pc:docMk/>
            <pc:sldMk cId="0" sldId="269"/>
            <ac:spMk id="8" creationId="{00000000-0000-0000-0000-000000000000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1:11:23.305" v="424" actId="164"/>
          <ac:spMkLst>
            <pc:docMk/>
            <pc:sldMk cId="0" sldId="269"/>
            <ac:spMk id="13" creationId="{00000000-0000-0000-0000-000000000000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1:11:23.305" v="424" actId="164"/>
          <ac:spMkLst>
            <pc:docMk/>
            <pc:sldMk cId="0" sldId="269"/>
            <ac:spMk id="15" creationId="{00000000-0000-0000-0000-000000000000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1:12:54.266" v="454" actId="20577"/>
          <ac:spMkLst>
            <pc:docMk/>
            <pc:sldMk cId="0" sldId="269"/>
            <ac:spMk id="20" creationId="{00000000-0000-0000-0000-000000000000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1:12:40.222" v="453" actId="20577"/>
          <ac:spMkLst>
            <pc:docMk/>
            <pc:sldMk cId="0" sldId="269"/>
            <ac:spMk id="26" creationId="{00000000-0000-0000-0000-000000000000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1:11:23.305" v="424" actId="164"/>
          <ac:spMkLst>
            <pc:docMk/>
            <pc:sldMk cId="0" sldId="269"/>
            <ac:spMk id="29" creationId="{00000000-0000-0000-0000-000000000000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1:11:23.305" v="424" actId="164"/>
          <ac:spMkLst>
            <pc:docMk/>
            <pc:sldMk cId="0" sldId="269"/>
            <ac:spMk id="31" creationId="{00000000-0000-0000-0000-000000000000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1:12:26.176" v="450" actId="20577"/>
          <ac:spMkLst>
            <pc:docMk/>
            <pc:sldMk cId="0" sldId="269"/>
            <ac:spMk id="35" creationId="{00000000-0000-0000-0000-000000000000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1:11:23.305" v="424" actId="164"/>
          <ac:spMkLst>
            <pc:docMk/>
            <pc:sldMk cId="0" sldId="269"/>
            <ac:spMk id="41" creationId="{00000000-0000-0000-0000-000000000000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1:11:23.305" v="424" actId="164"/>
          <ac:spMkLst>
            <pc:docMk/>
            <pc:sldMk cId="0" sldId="269"/>
            <ac:spMk id="42" creationId="{00000000-0000-0000-0000-000000000000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1:12:30.367" v="451" actId="20577"/>
          <ac:spMkLst>
            <pc:docMk/>
            <pc:sldMk cId="0" sldId="269"/>
            <ac:spMk id="44" creationId="{00000000-0000-0000-0000-000000000000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1:11:23.305" v="424" actId="164"/>
          <ac:spMkLst>
            <pc:docMk/>
            <pc:sldMk cId="0" sldId="269"/>
            <ac:spMk id="47" creationId="{00000000-0000-0000-0000-000000000000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1:11:23.305" v="424" actId="164"/>
          <ac:spMkLst>
            <pc:docMk/>
            <pc:sldMk cId="0" sldId="269"/>
            <ac:spMk id="50" creationId="{00000000-0000-0000-0000-000000000000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1:12:34.374" v="452" actId="20577"/>
          <ac:spMkLst>
            <pc:docMk/>
            <pc:sldMk cId="0" sldId="269"/>
            <ac:spMk id="53" creationId="{00000000-0000-0000-0000-000000000000}"/>
          </ac:spMkLst>
        </pc:spChg>
        <pc:grpChg chg="mod">
          <ac:chgData name="احمد تامر فكرى عبدالحليم النحال" userId="2c39f8a2-d4ff-4974-9fa8-0be00aa7de63" providerId="ADAL" clId="{9D0481DC-6C8A-46B3-A514-9C79C598702D}" dt="2025-12-17T21:12:06.557" v="445" actId="14100"/>
          <ac:grpSpMkLst>
            <pc:docMk/>
            <pc:sldMk cId="0" sldId="269"/>
            <ac:grpSpMk id="59" creationId="{91CBA54C-A7C8-D3E2-D082-3FC5444FC974}"/>
          </ac:grpSpMkLst>
        </pc:grpChg>
      </pc:sldChg>
      <pc:sldChg chg="addSp modSp mod">
        <pc:chgData name="احمد تامر فكرى عبدالحليم النحال" userId="2c39f8a2-d4ff-4974-9fa8-0be00aa7de63" providerId="ADAL" clId="{9D0481DC-6C8A-46B3-A514-9C79C598702D}" dt="2025-12-17T21:14:54.524" v="470" actId="20577"/>
        <pc:sldMkLst>
          <pc:docMk/>
          <pc:sldMk cId="0" sldId="270"/>
        </pc:sldMkLst>
        <pc:spChg chg="mod">
          <ac:chgData name="احمد تامر فكرى عبدالحليم النحال" userId="2c39f8a2-d4ff-4974-9fa8-0be00aa7de63" providerId="ADAL" clId="{9D0481DC-6C8A-46B3-A514-9C79C598702D}" dt="2025-12-17T21:14:06.124" v="462" actId="20577"/>
          <ac:spMkLst>
            <pc:docMk/>
            <pc:sldMk cId="0" sldId="270"/>
            <ac:spMk id="8" creationId="{00000000-0000-0000-0000-000000000000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1:14:44.300" v="467" actId="20577"/>
          <ac:spMkLst>
            <pc:docMk/>
            <pc:sldMk cId="0" sldId="270"/>
            <ac:spMk id="10" creationId="{00000000-0000-0000-0000-000000000000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1:13:20.199" v="455" actId="164"/>
          <ac:spMkLst>
            <pc:docMk/>
            <pc:sldMk cId="0" sldId="270"/>
            <ac:spMk id="12" creationId="{00000000-0000-0000-0000-000000000000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1:14:48.213" v="468" actId="20577"/>
          <ac:spMkLst>
            <pc:docMk/>
            <pc:sldMk cId="0" sldId="270"/>
            <ac:spMk id="14" creationId="{00000000-0000-0000-0000-000000000000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1:13:20.199" v="455" actId="164"/>
          <ac:spMkLst>
            <pc:docMk/>
            <pc:sldMk cId="0" sldId="270"/>
            <ac:spMk id="16" creationId="{00000000-0000-0000-0000-000000000000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1:13:20.199" v="455" actId="164"/>
          <ac:spMkLst>
            <pc:docMk/>
            <pc:sldMk cId="0" sldId="270"/>
            <ac:spMk id="18" creationId="{00000000-0000-0000-0000-000000000000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1:14:11.139" v="463" actId="20577"/>
          <ac:spMkLst>
            <pc:docMk/>
            <pc:sldMk cId="0" sldId="270"/>
            <ac:spMk id="20" creationId="{00000000-0000-0000-0000-000000000000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1:14:41.097" v="466" actId="20577"/>
          <ac:spMkLst>
            <pc:docMk/>
            <pc:sldMk cId="0" sldId="270"/>
            <ac:spMk id="22" creationId="{00000000-0000-0000-0000-000000000000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1:14:51.633" v="469" actId="20577"/>
          <ac:spMkLst>
            <pc:docMk/>
            <pc:sldMk cId="0" sldId="270"/>
            <ac:spMk id="26" creationId="{00000000-0000-0000-0000-000000000000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1:13:20.199" v="455" actId="164"/>
          <ac:spMkLst>
            <pc:docMk/>
            <pc:sldMk cId="0" sldId="270"/>
            <ac:spMk id="28" creationId="{00000000-0000-0000-0000-000000000000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1:13:20.199" v="455" actId="164"/>
          <ac:spMkLst>
            <pc:docMk/>
            <pc:sldMk cId="0" sldId="270"/>
            <ac:spMk id="29" creationId="{00000000-0000-0000-0000-000000000000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1:13:20.199" v="455" actId="164"/>
          <ac:spMkLst>
            <pc:docMk/>
            <pc:sldMk cId="0" sldId="270"/>
            <ac:spMk id="30" creationId="{00000000-0000-0000-0000-000000000000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1:14:16.557" v="464" actId="20577"/>
          <ac:spMkLst>
            <pc:docMk/>
            <pc:sldMk cId="0" sldId="270"/>
            <ac:spMk id="32" creationId="{00000000-0000-0000-0000-000000000000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1:14:22.499" v="465" actId="20577"/>
          <ac:spMkLst>
            <pc:docMk/>
            <pc:sldMk cId="0" sldId="270"/>
            <ac:spMk id="34" creationId="{00000000-0000-0000-0000-000000000000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1:14:54.524" v="470" actId="20577"/>
          <ac:spMkLst>
            <pc:docMk/>
            <pc:sldMk cId="0" sldId="270"/>
            <ac:spMk id="38" creationId="{00000000-0000-0000-0000-000000000000}"/>
          </ac:spMkLst>
        </pc:spChg>
        <pc:grpChg chg="mod">
          <ac:chgData name="احمد تامر فكرى عبدالحليم النحال" userId="2c39f8a2-d4ff-4974-9fa8-0be00aa7de63" providerId="ADAL" clId="{9D0481DC-6C8A-46B3-A514-9C79C598702D}" dt="2025-12-17T21:13:23.439" v="456" actId="14100"/>
          <ac:grpSpMkLst>
            <pc:docMk/>
            <pc:sldMk cId="0" sldId="270"/>
            <ac:grpSpMk id="41" creationId="{8D721E0A-8921-09E1-DC3B-E5EA0FAFA192}"/>
          </ac:grpSpMkLst>
        </pc:grpChg>
      </pc:sldChg>
      <pc:sldChg chg="addSp modSp mod">
        <pc:chgData name="احمد تامر فكرى عبدالحليم النحال" userId="2c39f8a2-d4ff-4974-9fa8-0be00aa7de63" providerId="ADAL" clId="{9D0481DC-6C8A-46B3-A514-9C79C598702D}" dt="2025-12-17T21:15:23.532" v="473" actId="20577"/>
        <pc:sldMkLst>
          <pc:docMk/>
          <pc:sldMk cId="0" sldId="271"/>
        </pc:sldMkLst>
        <pc:spChg chg="mod">
          <ac:chgData name="احمد تامر فكرى عبدالحليم النحال" userId="2c39f8a2-d4ff-4974-9fa8-0be00aa7de63" providerId="ADAL" clId="{9D0481DC-6C8A-46B3-A514-9C79C598702D}" dt="2025-12-17T21:13:36.778" v="457" actId="164"/>
          <ac:spMkLst>
            <pc:docMk/>
            <pc:sldMk cId="0" sldId="271"/>
            <ac:spMk id="5" creationId="{00000000-0000-0000-0000-000000000000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1:15:17.041" v="471" actId="20577"/>
          <ac:spMkLst>
            <pc:docMk/>
            <pc:sldMk cId="0" sldId="271"/>
            <ac:spMk id="8" creationId="{00000000-0000-0000-0000-000000000000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1:13:36.778" v="457" actId="164"/>
          <ac:spMkLst>
            <pc:docMk/>
            <pc:sldMk cId="0" sldId="271"/>
            <ac:spMk id="13" creationId="{00000000-0000-0000-0000-000000000000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1:13:36.778" v="457" actId="164"/>
          <ac:spMkLst>
            <pc:docMk/>
            <pc:sldMk cId="0" sldId="271"/>
            <ac:spMk id="15" creationId="{00000000-0000-0000-0000-000000000000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1:13:36.778" v="457" actId="164"/>
          <ac:spMkLst>
            <pc:docMk/>
            <pc:sldMk cId="0" sldId="271"/>
            <ac:spMk id="16" creationId="{00000000-0000-0000-0000-000000000000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1:15:20.674" v="472" actId="20577"/>
          <ac:spMkLst>
            <pc:docMk/>
            <pc:sldMk cId="0" sldId="271"/>
            <ac:spMk id="19" creationId="{00000000-0000-0000-0000-000000000000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1:13:36.778" v="457" actId="164"/>
          <ac:spMkLst>
            <pc:docMk/>
            <pc:sldMk cId="0" sldId="271"/>
            <ac:spMk id="22" creationId="{00000000-0000-0000-0000-000000000000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1:13:36.778" v="457" actId="164"/>
          <ac:spMkLst>
            <pc:docMk/>
            <pc:sldMk cId="0" sldId="271"/>
            <ac:spMk id="27" creationId="{00000000-0000-0000-0000-000000000000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1:13:36.778" v="457" actId="164"/>
          <ac:spMkLst>
            <pc:docMk/>
            <pc:sldMk cId="0" sldId="271"/>
            <ac:spMk id="28" creationId="{00000000-0000-0000-0000-000000000000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1:15:23.532" v="473" actId="20577"/>
          <ac:spMkLst>
            <pc:docMk/>
            <pc:sldMk cId="0" sldId="271"/>
            <ac:spMk id="30" creationId="{00000000-0000-0000-0000-000000000000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1:13:36.778" v="457" actId="164"/>
          <ac:spMkLst>
            <pc:docMk/>
            <pc:sldMk cId="0" sldId="271"/>
            <ac:spMk id="33" creationId="{00000000-0000-0000-0000-000000000000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1:13:36.778" v="457" actId="164"/>
          <ac:spMkLst>
            <pc:docMk/>
            <pc:sldMk cId="0" sldId="271"/>
            <ac:spMk id="35" creationId="{00000000-0000-0000-0000-000000000000}"/>
          </ac:spMkLst>
        </pc:spChg>
        <pc:grpChg chg="mod">
          <ac:chgData name="احمد تامر فكرى عبدالحليم النحال" userId="2c39f8a2-d4ff-4974-9fa8-0be00aa7de63" providerId="ADAL" clId="{9D0481DC-6C8A-46B3-A514-9C79C598702D}" dt="2025-12-17T21:13:44.764" v="459" actId="14100"/>
          <ac:grpSpMkLst>
            <pc:docMk/>
            <pc:sldMk cId="0" sldId="271"/>
            <ac:grpSpMk id="38" creationId="{9DDB8543-64CF-59E5-1F6C-E39F3ACE84BC}"/>
          </ac:grpSpMkLst>
        </pc:grpChg>
      </pc:sldChg>
      <pc:sldChg chg="addSp modSp mod">
        <pc:chgData name="احمد تامر فكرى عبدالحليم النحال" userId="2c39f8a2-d4ff-4974-9fa8-0be00aa7de63" providerId="ADAL" clId="{9D0481DC-6C8A-46B3-A514-9C79C598702D}" dt="2025-12-18T01:37:53.357" v="2196"/>
        <pc:sldMkLst>
          <pc:docMk/>
          <pc:sldMk cId="0" sldId="273"/>
        </pc:sldMkLst>
        <pc:spChg chg="mod">
          <ac:chgData name="احمد تامر فكرى عبدالحليم النحال" userId="2c39f8a2-d4ff-4974-9fa8-0be00aa7de63" providerId="ADAL" clId="{9D0481DC-6C8A-46B3-A514-9C79C598702D}" dt="2025-12-18T01:37:53.357" v="2196"/>
          <ac:spMkLst>
            <pc:docMk/>
            <pc:sldMk cId="0" sldId="273"/>
            <ac:spMk id="5" creationId="{00000000-0000-0000-0000-000000000000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1:18:18.894" v="480" actId="14100"/>
          <ac:spMkLst>
            <pc:docMk/>
            <pc:sldMk cId="0" sldId="273"/>
            <ac:spMk id="7" creationId="{00000000-0000-0000-0000-000000000000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1:17:23.782" v="476" actId="164"/>
          <ac:spMkLst>
            <pc:docMk/>
            <pc:sldMk cId="0" sldId="273"/>
            <ac:spMk id="8" creationId="{00000000-0000-0000-0000-000000000000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1:17:23.782" v="476" actId="164"/>
          <ac:spMkLst>
            <pc:docMk/>
            <pc:sldMk cId="0" sldId="273"/>
            <ac:spMk id="10" creationId="{00000000-0000-0000-0000-000000000000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1:18:18.894" v="480" actId="14100"/>
          <ac:spMkLst>
            <pc:docMk/>
            <pc:sldMk cId="0" sldId="273"/>
            <ac:spMk id="12" creationId="{00000000-0000-0000-0000-000000000000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1:17:23.782" v="476" actId="164"/>
          <ac:spMkLst>
            <pc:docMk/>
            <pc:sldMk cId="0" sldId="273"/>
            <ac:spMk id="13" creationId="{00000000-0000-0000-0000-000000000000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1:17:23.782" v="476" actId="164"/>
          <ac:spMkLst>
            <pc:docMk/>
            <pc:sldMk cId="0" sldId="273"/>
            <ac:spMk id="15" creationId="{00000000-0000-0000-0000-000000000000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1:17:23.782" v="476" actId="164"/>
          <ac:spMkLst>
            <pc:docMk/>
            <pc:sldMk cId="0" sldId="273"/>
            <ac:spMk id="16" creationId="{00000000-0000-0000-0000-000000000000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1:18:18.894" v="480" actId="14100"/>
          <ac:spMkLst>
            <pc:docMk/>
            <pc:sldMk cId="0" sldId="273"/>
            <ac:spMk id="17" creationId="{00000000-0000-0000-0000-000000000000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1:17:23.782" v="476" actId="164"/>
          <ac:spMkLst>
            <pc:docMk/>
            <pc:sldMk cId="0" sldId="273"/>
            <ac:spMk id="18" creationId="{00000000-0000-0000-0000-000000000000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1:17:23.782" v="476" actId="164"/>
          <ac:spMkLst>
            <pc:docMk/>
            <pc:sldMk cId="0" sldId="273"/>
            <ac:spMk id="20" creationId="{00000000-0000-0000-0000-000000000000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1:17:23.782" v="476" actId="164"/>
          <ac:spMkLst>
            <pc:docMk/>
            <pc:sldMk cId="0" sldId="273"/>
            <ac:spMk id="21" creationId="{00000000-0000-0000-0000-000000000000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1:18:29.506" v="481" actId="164"/>
          <ac:spMkLst>
            <pc:docMk/>
            <pc:sldMk cId="0" sldId="273"/>
            <ac:spMk id="25" creationId="{00000000-0000-0000-0000-000000000000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1:18:29.506" v="481" actId="164"/>
          <ac:spMkLst>
            <pc:docMk/>
            <pc:sldMk cId="0" sldId="273"/>
            <ac:spMk id="26" creationId="{00000000-0000-0000-0000-000000000000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1:18:29.506" v="481" actId="164"/>
          <ac:spMkLst>
            <pc:docMk/>
            <pc:sldMk cId="0" sldId="273"/>
            <ac:spMk id="27" creationId="{00000000-0000-0000-0000-000000000000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1:18:29.506" v="481" actId="164"/>
          <ac:spMkLst>
            <pc:docMk/>
            <pc:sldMk cId="0" sldId="273"/>
            <ac:spMk id="29" creationId="{00000000-0000-0000-0000-000000000000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1:18:29.506" v="481" actId="164"/>
          <ac:spMkLst>
            <pc:docMk/>
            <pc:sldMk cId="0" sldId="273"/>
            <ac:spMk id="32" creationId="{00000000-0000-0000-0000-000000000000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1:18:29.506" v="481" actId="164"/>
          <ac:spMkLst>
            <pc:docMk/>
            <pc:sldMk cId="0" sldId="273"/>
            <ac:spMk id="33" creationId="{00000000-0000-0000-0000-000000000000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1:18:29.506" v="481" actId="164"/>
          <ac:spMkLst>
            <pc:docMk/>
            <pc:sldMk cId="0" sldId="273"/>
            <ac:spMk id="35" creationId="{00000000-0000-0000-0000-000000000000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1:18:29.506" v="481" actId="164"/>
          <ac:spMkLst>
            <pc:docMk/>
            <pc:sldMk cId="0" sldId="273"/>
            <ac:spMk id="36" creationId="{00000000-0000-0000-0000-000000000000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1:18:29.506" v="481" actId="164"/>
          <ac:spMkLst>
            <pc:docMk/>
            <pc:sldMk cId="0" sldId="273"/>
            <ac:spMk id="39" creationId="{00000000-0000-0000-0000-000000000000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1:18:29.506" v="481" actId="164"/>
          <ac:spMkLst>
            <pc:docMk/>
            <pc:sldMk cId="0" sldId="273"/>
            <ac:spMk id="40" creationId="{00000000-0000-0000-0000-000000000000}"/>
          </ac:spMkLst>
        </pc:spChg>
        <pc:grpChg chg="mod">
          <ac:chgData name="احمد تامر فكرى عبدالحليم النحال" userId="2c39f8a2-d4ff-4974-9fa8-0be00aa7de63" providerId="ADAL" clId="{9D0481DC-6C8A-46B3-A514-9C79C598702D}" dt="2025-12-17T21:19:02.756" v="508" actId="1035"/>
          <ac:grpSpMkLst>
            <pc:docMk/>
            <pc:sldMk cId="0" sldId="273"/>
            <ac:grpSpMk id="41" creationId="{2D658930-AEA7-E118-E0D4-E95F053B1138}"/>
          </ac:grpSpMkLst>
        </pc:grpChg>
        <pc:grpChg chg="mod">
          <ac:chgData name="احمد تامر فكرى عبدالحليم النحال" userId="2c39f8a2-d4ff-4974-9fa8-0be00aa7de63" providerId="ADAL" clId="{9D0481DC-6C8A-46B3-A514-9C79C598702D}" dt="2025-12-17T21:19:02.756" v="508" actId="1035"/>
          <ac:grpSpMkLst>
            <pc:docMk/>
            <pc:sldMk cId="0" sldId="273"/>
            <ac:grpSpMk id="42" creationId="{6DD8CE86-6202-D9AD-6192-D9740DAA877F}"/>
          </ac:grpSpMkLst>
        </pc:grpChg>
        <pc:grpChg chg="add mod">
          <ac:chgData name="احمد تامر فكرى عبدالحليم النحال" userId="2c39f8a2-d4ff-4974-9fa8-0be00aa7de63" providerId="ADAL" clId="{9D0481DC-6C8A-46B3-A514-9C79C598702D}" dt="2025-12-18T01:32:49.757" v="2194" actId="164"/>
          <ac:grpSpMkLst>
            <pc:docMk/>
            <pc:sldMk cId="0" sldId="273"/>
            <ac:grpSpMk id="43" creationId="{E62DFE00-199C-092C-2BDE-66D43F1BF426}"/>
          </ac:grpSpMkLst>
        </pc:grpChg>
        <pc:picChg chg="mod">
          <ac:chgData name="احمد تامر فكرى عبدالحليم النحال" userId="2c39f8a2-d4ff-4974-9fa8-0be00aa7de63" providerId="ADAL" clId="{9D0481DC-6C8A-46B3-A514-9C79C598702D}" dt="2025-12-18T01:32:49.757" v="2194" actId="164"/>
          <ac:picMkLst>
            <pc:docMk/>
            <pc:sldMk cId="0" sldId="273"/>
            <ac:picMk id="6" creationId="{00000000-0000-0000-0000-000000000000}"/>
          </ac:picMkLst>
        </pc:picChg>
      </pc:sldChg>
      <pc:sldChg chg="addSp delSp modSp mod">
        <pc:chgData name="احمد تامر فكرى عبدالحليم النحال" userId="2c39f8a2-d4ff-4974-9fa8-0be00aa7de63" providerId="ADAL" clId="{9D0481DC-6C8A-46B3-A514-9C79C598702D}" dt="2025-12-17T22:00:27.924" v="1239" actId="122"/>
        <pc:sldMkLst>
          <pc:docMk/>
          <pc:sldMk cId="0" sldId="274"/>
        </pc:sldMkLst>
        <pc:spChg chg="mod">
          <ac:chgData name="احمد تامر فكرى عبدالحليم النحال" userId="2c39f8a2-d4ff-4974-9fa8-0be00aa7de63" providerId="ADAL" clId="{9D0481DC-6C8A-46B3-A514-9C79C598702D}" dt="2025-12-17T21:46:03.312" v="1125" actId="1036"/>
          <ac:spMkLst>
            <pc:docMk/>
            <pc:sldMk cId="0" sldId="274"/>
            <ac:spMk id="4" creationId="{00000000-0000-0000-0000-000000000000}"/>
          </ac:spMkLst>
        </pc:spChg>
        <pc:spChg chg="del mod topLvl">
          <ac:chgData name="احمد تامر فكرى عبدالحليم النحال" userId="2c39f8a2-d4ff-4974-9fa8-0be00aa7de63" providerId="ADAL" clId="{9D0481DC-6C8A-46B3-A514-9C79C598702D}" dt="2025-12-17T21:45:51.794" v="1112" actId="478"/>
          <ac:spMkLst>
            <pc:docMk/>
            <pc:sldMk cId="0" sldId="274"/>
            <ac:spMk id="5" creationId="{00000000-0000-0000-0000-000000000000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1:21:51.098" v="685" actId="164"/>
          <ac:spMkLst>
            <pc:docMk/>
            <pc:sldMk cId="0" sldId="274"/>
            <ac:spMk id="8" creationId="{00000000-0000-0000-0000-000000000000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2:00:18.578" v="1238" actId="122"/>
          <ac:spMkLst>
            <pc:docMk/>
            <pc:sldMk cId="0" sldId="274"/>
            <ac:spMk id="9" creationId="{00000000-0000-0000-0000-000000000000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1:21:51.098" v="685" actId="164"/>
          <ac:spMkLst>
            <pc:docMk/>
            <pc:sldMk cId="0" sldId="274"/>
            <ac:spMk id="11" creationId="{00000000-0000-0000-0000-000000000000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2:00:27.924" v="1239" actId="122"/>
          <ac:spMkLst>
            <pc:docMk/>
            <pc:sldMk cId="0" sldId="274"/>
            <ac:spMk id="13" creationId="{00000000-0000-0000-0000-000000000000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1:21:51.098" v="685" actId="164"/>
          <ac:spMkLst>
            <pc:docMk/>
            <pc:sldMk cId="0" sldId="274"/>
            <ac:spMk id="15" creationId="{00000000-0000-0000-0000-000000000000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2:00:27.924" v="1239" actId="122"/>
          <ac:spMkLst>
            <pc:docMk/>
            <pc:sldMk cId="0" sldId="274"/>
            <ac:spMk id="17" creationId="{00000000-0000-0000-0000-000000000000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1:21:51.098" v="685" actId="164"/>
          <ac:spMkLst>
            <pc:docMk/>
            <pc:sldMk cId="0" sldId="274"/>
            <ac:spMk id="18" creationId="{00000000-0000-0000-0000-000000000000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1:21:51.098" v="685" actId="164"/>
          <ac:spMkLst>
            <pc:docMk/>
            <pc:sldMk cId="0" sldId="274"/>
            <ac:spMk id="19" creationId="{00000000-0000-0000-0000-000000000000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1:21:51.098" v="685" actId="164"/>
          <ac:spMkLst>
            <pc:docMk/>
            <pc:sldMk cId="0" sldId="274"/>
            <ac:spMk id="20" creationId="{00000000-0000-0000-0000-000000000000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2:00:27.924" v="1239" actId="122"/>
          <ac:spMkLst>
            <pc:docMk/>
            <pc:sldMk cId="0" sldId="274"/>
            <ac:spMk id="21" creationId="{00000000-0000-0000-0000-000000000000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1:21:51.098" v="685" actId="164"/>
          <ac:spMkLst>
            <pc:docMk/>
            <pc:sldMk cId="0" sldId="274"/>
            <ac:spMk id="23" creationId="{00000000-0000-0000-0000-000000000000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1:21:51.098" v="685" actId="164"/>
          <ac:spMkLst>
            <pc:docMk/>
            <pc:sldMk cId="0" sldId="274"/>
            <ac:spMk id="24" creationId="{00000000-0000-0000-0000-000000000000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2:00:27.924" v="1239" actId="122"/>
          <ac:spMkLst>
            <pc:docMk/>
            <pc:sldMk cId="0" sldId="274"/>
            <ac:spMk id="25" creationId="{00000000-0000-0000-0000-000000000000}"/>
          </ac:spMkLst>
        </pc:spChg>
        <pc:spChg chg="del mod">
          <ac:chgData name="احمد تامر فكرى عبدالحليم النحال" userId="2c39f8a2-d4ff-4974-9fa8-0be00aa7de63" providerId="ADAL" clId="{9D0481DC-6C8A-46B3-A514-9C79C598702D}" dt="2025-12-17T21:22:59.787" v="743" actId="478"/>
          <ac:spMkLst>
            <pc:docMk/>
            <pc:sldMk cId="0" sldId="274"/>
            <ac:spMk id="28" creationId="{00000000-0000-0000-0000-000000000000}"/>
          </ac:spMkLst>
        </pc:spChg>
        <pc:spChg chg="add del mod">
          <ac:chgData name="احمد تامر فكرى عبدالحليم النحال" userId="2c39f8a2-d4ff-4974-9fa8-0be00aa7de63" providerId="ADAL" clId="{9D0481DC-6C8A-46B3-A514-9C79C598702D}" dt="2025-12-17T21:23:07.402" v="758" actId="1035"/>
          <ac:spMkLst>
            <pc:docMk/>
            <pc:sldMk cId="0" sldId="274"/>
            <ac:spMk id="29" creationId="{00000000-0000-0000-0000-000000000000}"/>
          </ac:spMkLst>
        </pc:spChg>
        <pc:grpChg chg="add del mod">
          <ac:chgData name="احمد تامر فكرى عبدالحليم النحال" userId="2c39f8a2-d4ff-4974-9fa8-0be00aa7de63" providerId="ADAL" clId="{9D0481DC-6C8A-46B3-A514-9C79C598702D}" dt="2025-12-17T21:45:51.794" v="1112" actId="478"/>
          <ac:grpSpMkLst>
            <pc:docMk/>
            <pc:sldMk cId="0" sldId="274"/>
            <ac:grpSpMk id="30" creationId="{8CE401B0-DB85-CE36-326E-A9D35DA7F817}"/>
          </ac:grpSpMkLst>
        </pc:grpChg>
        <pc:grpChg chg="mod">
          <ac:chgData name="احمد تامر فكرى عبدالحليم النحال" userId="2c39f8a2-d4ff-4974-9fa8-0be00aa7de63" providerId="ADAL" clId="{9D0481DC-6C8A-46B3-A514-9C79C598702D}" dt="2025-12-17T21:20:57.351" v="681" actId="1035"/>
          <ac:grpSpMkLst>
            <pc:docMk/>
            <pc:sldMk cId="0" sldId="274"/>
            <ac:grpSpMk id="31" creationId="{28E3F40F-2CB2-17D2-CE6E-32320FBB3574}"/>
          </ac:grpSpMkLst>
        </pc:grpChg>
        <pc:grpChg chg="mod">
          <ac:chgData name="احمد تامر فكرى عبدالحليم النحال" userId="2c39f8a2-d4ff-4974-9fa8-0be00aa7de63" providerId="ADAL" clId="{9D0481DC-6C8A-46B3-A514-9C79C598702D}" dt="2025-12-17T21:45:56.717" v="1120" actId="1035"/>
          <ac:grpSpMkLst>
            <pc:docMk/>
            <pc:sldMk cId="0" sldId="274"/>
            <ac:grpSpMk id="32" creationId="{68B1150D-7B89-B553-1C92-E825AAA821C3}"/>
          </ac:grpSpMkLst>
        </pc:grpChg>
        <pc:picChg chg="del mod topLvl">
          <ac:chgData name="احمد تامر فكرى عبدالحليم النحال" userId="2c39f8a2-d4ff-4974-9fa8-0be00aa7de63" providerId="ADAL" clId="{9D0481DC-6C8A-46B3-A514-9C79C598702D}" dt="2025-12-17T21:45:53.910" v="1113" actId="478"/>
          <ac:picMkLst>
            <pc:docMk/>
            <pc:sldMk cId="0" sldId="274"/>
            <ac:picMk id="6" creationId="{00000000-0000-0000-0000-000000000000}"/>
          </ac:picMkLst>
        </pc:picChg>
      </pc:sldChg>
      <pc:sldChg chg="addSp delSp modSp mod setBg">
        <pc:chgData name="احمد تامر فكرى عبدالحليم النحال" userId="2c39f8a2-d4ff-4974-9fa8-0be00aa7de63" providerId="ADAL" clId="{9D0481DC-6C8A-46B3-A514-9C79C598702D}" dt="2025-12-17T22:13:32.637" v="1362" actId="1076"/>
        <pc:sldMkLst>
          <pc:docMk/>
          <pc:sldMk cId="0" sldId="275"/>
        </pc:sldMkLst>
        <pc:spChg chg="mod">
          <ac:chgData name="احمد تامر فكرى عبدالحليم النحال" userId="2c39f8a2-d4ff-4974-9fa8-0be00aa7de63" providerId="ADAL" clId="{9D0481DC-6C8A-46B3-A514-9C79C598702D}" dt="2025-12-17T22:13:32.637" v="1362" actId="1076"/>
          <ac:spMkLst>
            <pc:docMk/>
            <pc:sldMk cId="0" sldId="275"/>
            <ac:spMk id="2" creationId="{00000000-0000-0000-0000-000000000000}"/>
          </ac:spMkLst>
        </pc:spChg>
        <pc:spChg chg="del">
          <ac:chgData name="احمد تامر فكرى عبدالحليم النحال" userId="2c39f8a2-d4ff-4974-9fa8-0be00aa7de63" providerId="ADAL" clId="{9D0481DC-6C8A-46B3-A514-9C79C598702D}" dt="2025-12-17T21:34:32.853" v="799" actId="478"/>
          <ac:spMkLst>
            <pc:docMk/>
            <pc:sldMk cId="0" sldId="275"/>
            <ac:spMk id="8" creationId="{00000000-0000-0000-0000-000000000000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1:57:53.904" v="1191" actId="1035"/>
          <ac:spMkLst>
            <pc:docMk/>
            <pc:sldMk cId="0" sldId="275"/>
            <ac:spMk id="9" creationId="{00000000-0000-0000-0000-000000000000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2:10:27.653" v="1344" actId="14100"/>
          <ac:spMkLst>
            <pc:docMk/>
            <pc:sldMk cId="0" sldId="275"/>
            <ac:spMk id="10" creationId="{00000000-0000-0000-0000-000000000000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2:10:00.630" v="1339" actId="1038"/>
          <ac:spMkLst>
            <pc:docMk/>
            <pc:sldMk cId="0" sldId="275"/>
            <ac:spMk id="12" creationId="{00000000-0000-0000-0000-000000000000}"/>
          </ac:spMkLst>
        </pc:spChg>
        <pc:spChg chg="del">
          <ac:chgData name="احمد تامر فكرى عبدالحليم النحال" userId="2c39f8a2-d4ff-4974-9fa8-0be00aa7de63" providerId="ADAL" clId="{9D0481DC-6C8A-46B3-A514-9C79C598702D}" dt="2025-12-17T21:39:28.252" v="1110" actId="478"/>
          <ac:spMkLst>
            <pc:docMk/>
            <pc:sldMk cId="0" sldId="275"/>
            <ac:spMk id="13" creationId="{00000000-0000-0000-0000-000000000000}"/>
          </ac:spMkLst>
        </pc:spChg>
        <pc:spChg chg="del">
          <ac:chgData name="احمد تامر فكرى عبدالحليم النحال" userId="2c39f8a2-d4ff-4974-9fa8-0be00aa7de63" providerId="ADAL" clId="{9D0481DC-6C8A-46B3-A514-9C79C598702D}" dt="2025-12-17T21:39:28.252" v="1110" actId="478"/>
          <ac:spMkLst>
            <pc:docMk/>
            <pc:sldMk cId="0" sldId="275"/>
            <ac:spMk id="15" creationId="{00000000-0000-0000-0000-000000000000}"/>
          </ac:spMkLst>
        </pc:spChg>
        <pc:spChg chg="del">
          <ac:chgData name="احمد تامر فكرى عبدالحليم النحال" userId="2c39f8a2-d4ff-4974-9fa8-0be00aa7de63" providerId="ADAL" clId="{9D0481DC-6C8A-46B3-A514-9C79C598702D}" dt="2025-12-17T21:39:32.432" v="1111" actId="478"/>
          <ac:spMkLst>
            <pc:docMk/>
            <pc:sldMk cId="0" sldId="275"/>
            <ac:spMk id="16" creationId="{00000000-0000-0000-0000-000000000000}"/>
          </ac:spMkLst>
        </pc:spChg>
        <pc:spChg chg="del">
          <ac:chgData name="احمد تامر فكرى عبدالحليم النحال" userId="2c39f8a2-d4ff-4974-9fa8-0be00aa7de63" providerId="ADAL" clId="{9D0481DC-6C8A-46B3-A514-9C79C598702D}" dt="2025-12-17T21:39:32.432" v="1111" actId="478"/>
          <ac:spMkLst>
            <pc:docMk/>
            <pc:sldMk cId="0" sldId="275"/>
            <ac:spMk id="18" creationId="{00000000-0000-0000-0000-000000000000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1:37:03.304" v="1019"/>
          <ac:spMkLst>
            <pc:docMk/>
            <pc:sldMk cId="0" sldId="275"/>
            <ac:spMk id="23" creationId="{1E8BA5B3-40DA-5A17-208B-ECC2C3166606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2:08:04.288" v="1270" actId="20577"/>
          <ac:spMkLst>
            <pc:docMk/>
            <pc:sldMk cId="0" sldId="275"/>
            <ac:spMk id="25" creationId="{1BC945CF-67F7-81BF-F644-FC0912B93868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1:37:24.754" v="1039"/>
          <ac:spMkLst>
            <pc:docMk/>
            <pc:sldMk cId="0" sldId="275"/>
            <ac:spMk id="27" creationId="{EDC0C01D-6270-DEAC-4EC6-1C7C2A602B87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2:08:59.171" v="1304" actId="20577"/>
          <ac:spMkLst>
            <pc:docMk/>
            <pc:sldMk cId="0" sldId="275"/>
            <ac:spMk id="29" creationId="{875791CA-35A5-977E-BBC8-7B531F25F2DE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1:37:47.248" v="1041"/>
          <ac:spMkLst>
            <pc:docMk/>
            <pc:sldMk cId="0" sldId="275"/>
            <ac:spMk id="31" creationId="{5F944DA5-7A4E-61B6-5F7E-3D1E9B047ADC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2:09:41.832" v="1332" actId="20577"/>
          <ac:spMkLst>
            <pc:docMk/>
            <pc:sldMk cId="0" sldId="275"/>
            <ac:spMk id="33" creationId="{71C13C0A-1130-CB9C-FA6C-E78208B77900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2:10:49.276" v="1346"/>
          <ac:spMkLst>
            <pc:docMk/>
            <pc:sldMk cId="0" sldId="275"/>
            <ac:spMk id="35" creationId="{AF878A2D-7345-B752-049C-268F27606B36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2:10:49.276" v="1346"/>
          <ac:spMkLst>
            <pc:docMk/>
            <pc:sldMk cId="0" sldId="275"/>
            <ac:spMk id="37" creationId="{04DB41F4-100A-7928-405E-91C55D5EB315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2:11:22.351" v="1351"/>
          <ac:spMkLst>
            <pc:docMk/>
            <pc:sldMk cId="0" sldId="275"/>
            <ac:spMk id="39" creationId="{1D71E864-ABB6-FDE6-AC19-018CC5AABB6D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2:11:22.351" v="1351"/>
          <ac:spMkLst>
            <pc:docMk/>
            <pc:sldMk cId="0" sldId="275"/>
            <ac:spMk id="41" creationId="{DCCB79F7-51E0-ED69-ABCB-D5D45C9B28C5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2:12:38.938" v="1355"/>
          <ac:spMkLst>
            <pc:docMk/>
            <pc:sldMk cId="0" sldId="275"/>
            <ac:spMk id="43" creationId="{22EE5B98-E9BE-B540-0605-B978A1F35F9D}"/>
          </ac:spMkLst>
        </pc:spChg>
        <pc:spChg chg="mod">
          <ac:chgData name="احمد تامر فكرى عبدالحليم النحال" userId="2c39f8a2-d4ff-4974-9fa8-0be00aa7de63" providerId="ADAL" clId="{9D0481DC-6C8A-46B3-A514-9C79C598702D}" dt="2025-12-17T22:12:38.938" v="1355"/>
          <ac:spMkLst>
            <pc:docMk/>
            <pc:sldMk cId="0" sldId="275"/>
            <ac:spMk id="45" creationId="{56DE7195-FCF0-82CD-C735-C7151F6AB7C9}"/>
          </ac:spMkLst>
        </pc:spChg>
        <pc:grpChg chg="add mod">
          <ac:chgData name="احمد تامر فكرى عبدالحليم النحال" userId="2c39f8a2-d4ff-4974-9fa8-0be00aa7de63" providerId="ADAL" clId="{9D0481DC-6C8A-46B3-A514-9C79C598702D}" dt="2025-12-17T21:36:28.982" v="957" actId="164"/>
          <ac:grpSpMkLst>
            <pc:docMk/>
            <pc:sldMk cId="0" sldId="275"/>
            <ac:grpSpMk id="20" creationId="{B20B1B63-7A6F-5AD7-C859-AFAB3A62DF4F}"/>
          </ac:grpSpMkLst>
        </pc:grpChg>
        <pc:grpChg chg="add mod">
          <ac:chgData name="احمد تامر فكرى عبدالحليم النحال" userId="2c39f8a2-d4ff-4974-9fa8-0be00aa7de63" providerId="ADAL" clId="{9D0481DC-6C8A-46B3-A514-9C79C598702D}" dt="2025-12-17T22:13:11.989" v="1358" actId="164"/>
          <ac:grpSpMkLst>
            <pc:docMk/>
            <pc:sldMk cId="0" sldId="275"/>
            <ac:grpSpMk id="21" creationId="{62FB02CB-C1DF-2B22-0831-EFA77FD40A56}"/>
          </ac:grpSpMkLst>
        </pc:grpChg>
        <pc:grpChg chg="add del mod">
          <ac:chgData name="احمد تامر فكرى عبدالحليم النحال" userId="2c39f8a2-d4ff-4974-9fa8-0be00aa7de63" providerId="ADAL" clId="{9D0481DC-6C8A-46B3-A514-9C79C598702D}" dt="2025-12-17T22:10:57.007" v="1347" actId="478"/>
          <ac:grpSpMkLst>
            <pc:docMk/>
            <pc:sldMk cId="0" sldId="275"/>
            <ac:grpSpMk id="22" creationId="{5FC66C0A-85AD-601C-375C-1ABF6AF52F2B}"/>
          </ac:grpSpMkLst>
        </pc:grpChg>
        <pc:grpChg chg="add del mod">
          <ac:chgData name="احمد تامر فكرى عبدالحليم النحال" userId="2c39f8a2-d4ff-4974-9fa8-0be00aa7de63" providerId="ADAL" clId="{9D0481DC-6C8A-46B3-A514-9C79C598702D}" dt="2025-12-17T22:11:31.291" v="1352" actId="478"/>
          <ac:grpSpMkLst>
            <pc:docMk/>
            <pc:sldMk cId="0" sldId="275"/>
            <ac:grpSpMk id="26" creationId="{A6024677-BC7C-9D46-8EBD-C498DDE7AE91}"/>
          </ac:grpSpMkLst>
        </pc:grpChg>
        <pc:grpChg chg="add del mod">
          <ac:chgData name="احمد تامر فكرى عبدالحليم النحال" userId="2c39f8a2-d4ff-4974-9fa8-0be00aa7de63" providerId="ADAL" clId="{9D0481DC-6C8A-46B3-A514-9C79C598702D}" dt="2025-12-17T22:12:43.808" v="1356" actId="478"/>
          <ac:grpSpMkLst>
            <pc:docMk/>
            <pc:sldMk cId="0" sldId="275"/>
            <ac:grpSpMk id="30" creationId="{2F86A09E-959C-2488-3088-38B5119EF7EF}"/>
          </ac:grpSpMkLst>
        </pc:grpChg>
        <pc:grpChg chg="add mod">
          <ac:chgData name="احمد تامر فكرى عبدالحليم النحال" userId="2c39f8a2-d4ff-4974-9fa8-0be00aa7de63" providerId="ADAL" clId="{9D0481DC-6C8A-46B3-A514-9C79C598702D}" dt="2025-12-17T22:13:11.989" v="1358" actId="164"/>
          <ac:grpSpMkLst>
            <pc:docMk/>
            <pc:sldMk cId="0" sldId="275"/>
            <ac:grpSpMk id="34" creationId="{5F828D81-BBE1-951B-4547-76D5A8A54CE1}"/>
          </ac:grpSpMkLst>
        </pc:grpChg>
        <pc:grpChg chg="add mod">
          <ac:chgData name="احمد تامر فكرى عبدالحليم النحال" userId="2c39f8a2-d4ff-4974-9fa8-0be00aa7de63" providerId="ADAL" clId="{9D0481DC-6C8A-46B3-A514-9C79C598702D}" dt="2025-12-17T22:13:11.989" v="1358" actId="164"/>
          <ac:grpSpMkLst>
            <pc:docMk/>
            <pc:sldMk cId="0" sldId="275"/>
            <ac:grpSpMk id="38" creationId="{E308376E-C98A-BD5C-3182-A048B1B0EC97}"/>
          </ac:grpSpMkLst>
        </pc:grpChg>
        <pc:grpChg chg="add mod">
          <ac:chgData name="احمد تامر فكرى عبدالحليم النحال" userId="2c39f8a2-d4ff-4974-9fa8-0be00aa7de63" providerId="ADAL" clId="{9D0481DC-6C8A-46B3-A514-9C79C598702D}" dt="2025-12-17T22:13:11.989" v="1358" actId="164"/>
          <ac:grpSpMkLst>
            <pc:docMk/>
            <pc:sldMk cId="0" sldId="275"/>
            <ac:grpSpMk id="42" creationId="{E6D8EF28-BA87-27BF-39A4-AC5BFB938B86}"/>
          </ac:grpSpMkLst>
        </pc:grpChg>
        <pc:grpChg chg="add mod">
          <ac:chgData name="احمد تامر فكرى عبدالحليم النحال" userId="2c39f8a2-d4ff-4974-9fa8-0be00aa7de63" providerId="ADAL" clId="{9D0481DC-6C8A-46B3-A514-9C79C598702D}" dt="2025-12-17T22:13:27.721" v="1361" actId="1076"/>
          <ac:grpSpMkLst>
            <pc:docMk/>
            <pc:sldMk cId="0" sldId="275"/>
            <ac:grpSpMk id="46" creationId="{C95C9865-94E4-B1CF-5FBF-B5E604A4C79A}"/>
          </ac:grpSpMkLst>
        </pc:grpChg>
        <pc:picChg chg="mod">
          <ac:chgData name="احمد تامر فكرى عبدالحليم النحال" userId="2c39f8a2-d4ff-4974-9fa8-0be00aa7de63" providerId="ADAL" clId="{9D0481DC-6C8A-46B3-A514-9C79C598702D}" dt="2025-12-17T21:36:43.004" v="958" actId="164"/>
          <ac:picMkLst>
            <pc:docMk/>
            <pc:sldMk cId="0" sldId="275"/>
            <ac:picMk id="11" creationId="{00000000-0000-0000-0000-000000000000}"/>
          </ac:picMkLst>
        </pc:picChg>
        <pc:picChg chg="del">
          <ac:chgData name="احمد تامر فكرى عبدالحليم النحال" userId="2c39f8a2-d4ff-4974-9fa8-0be00aa7de63" providerId="ADAL" clId="{9D0481DC-6C8A-46B3-A514-9C79C598702D}" dt="2025-12-17T21:39:28.252" v="1110" actId="478"/>
          <ac:picMkLst>
            <pc:docMk/>
            <pc:sldMk cId="0" sldId="275"/>
            <ac:picMk id="14" creationId="{00000000-0000-0000-0000-000000000000}"/>
          </ac:picMkLst>
        </pc:picChg>
        <pc:picChg chg="del">
          <ac:chgData name="احمد تامر فكرى عبدالحليم النحال" userId="2c39f8a2-d4ff-4974-9fa8-0be00aa7de63" providerId="ADAL" clId="{9D0481DC-6C8A-46B3-A514-9C79C598702D}" dt="2025-12-17T21:39:32.432" v="1111" actId="478"/>
          <ac:picMkLst>
            <pc:docMk/>
            <pc:sldMk cId="0" sldId="275"/>
            <ac:picMk id="17" creationId="{00000000-0000-0000-0000-000000000000}"/>
          </ac:picMkLst>
        </pc:picChg>
        <pc:picChg chg="mod">
          <ac:chgData name="احمد تامر فكرى عبدالحليم النحال" userId="2c39f8a2-d4ff-4974-9fa8-0be00aa7de63" providerId="ADAL" clId="{9D0481DC-6C8A-46B3-A514-9C79C598702D}" dt="2025-12-17T21:37:03.304" v="1019"/>
          <ac:picMkLst>
            <pc:docMk/>
            <pc:sldMk cId="0" sldId="275"/>
            <ac:picMk id="24" creationId="{73328B66-4298-E1E7-B040-FCE3EF45965C}"/>
          </ac:picMkLst>
        </pc:picChg>
        <pc:picChg chg="mod">
          <ac:chgData name="احمد تامر فكرى عبدالحليم النحال" userId="2c39f8a2-d4ff-4974-9fa8-0be00aa7de63" providerId="ADAL" clId="{9D0481DC-6C8A-46B3-A514-9C79C598702D}" dt="2025-12-17T21:37:24.754" v="1039"/>
          <ac:picMkLst>
            <pc:docMk/>
            <pc:sldMk cId="0" sldId="275"/>
            <ac:picMk id="28" creationId="{AFE764A3-14C7-7066-90A4-3C9798C22599}"/>
          </ac:picMkLst>
        </pc:picChg>
        <pc:picChg chg="mod">
          <ac:chgData name="احمد تامر فكرى عبدالحليم النحال" userId="2c39f8a2-d4ff-4974-9fa8-0be00aa7de63" providerId="ADAL" clId="{9D0481DC-6C8A-46B3-A514-9C79C598702D}" dt="2025-12-17T21:37:47.248" v="1041"/>
          <ac:picMkLst>
            <pc:docMk/>
            <pc:sldMk cId="0" sldId="275"/>
            <ac:picMk id="32" creationId="{E7D8FCDC-C00D-175B-48EA-4BB1BCE365A9}"/>
          </ac:picMkLst>
        </pc:picChg>
        <pc:picChg chg="mod">
          <ac:chgData name="احمد تامر فكرى عبدالحليم النحال" userId="2c39f8a2-d4ff-4974-9fa8-0be00aa7de63" providerId="ADAL" clId="{9D0481DC-6C8A-46B3-A514-9C79C598702D}" dt="2025-12-17T22:10:49.276" v="1346"/>
          <ac:picMkLst>
            <pc:docMk/>
            <pc:sldMk cId="0" sldId="275"/>
            <ac:picMk id="36" creationId="{33997556-5E79-8C40-7C9B-C6A611CF3CBC}"/>
          </ac:picMkLst>
        </pc:picChg>
        <pc:picChg chg="mod">
          <ac:chgData name="احمد تامر فكرى عبدالحليم النحال" userId="2c39f8a2-d4ff-4974-9fa8-0be00aa7de63" providerId="ADAL" clId="{9D0481DC-6C8A-46B3-A514-9C79C598702D}" dt="2025-12-17T22:11:22.351" v="1351"/>
          <ac:picMkLst>
            <pc:docMk/>
            <pc:sldMk cId="0" sldId="275"/>
            <ac:picMk id="40" creationId="{0633324C-906D-CD7A-C734-8ACBB807F616}"/>
          </ac:picMkLst>
        </pc:picChg>
        <pc:picChg chg="mod">
          <ac:chgData name="احمد تامر فكرى عبدالحليم النحال" userId="2c39f8a2-d4ff-4974-9fa8-0be00aa7de63" providerId="ADAL" clId="{9D0481DC-6C8A-46B3-A514-9C79C598702D}" dt="2025-12-17T22:12:38.938" v="1355"/>
          <ac:picMkLst>
            <pc:docMk/>
            <pc:sldMk cId="0" sldId="275"/>
            <ac:picMk id="44" creationId="{75D9F3F4-B6D8-B636-511E-F4100ACF68B4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8B0142-90F1-4A4B-99F9-7028960C5DF3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D48B7A-D97D-4071-9491-836E63F337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1015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D48B7A-D97D-4071-9491-836E63F337B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2753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6.png"/><Relationship Id="rId7" Type="http://schemas.openxmlformats.org/officeDocument/2006/relationships/image" Target="../media/image19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3.png"/><Relationship Id="rId4" Type="http://schemas.openxmlformats.org/officeDocument/2006/relationships/image" Target="../media/image17.png"/><Relationship Id="rId9" Type="http://schemas.openxmlformats.org/officeDocument/2006/relationships/image" Target="../media/image21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22.png"/><Relationship Id="rId7" Type="http://schemas.openxmlformats.org/officeDocument/2006/relationships/image" Target="../media/image19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2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6.png"/><Relationship Id="rId7" Type="http://schemas.openxmlformats.org/officeDocument/2006/relationships/image" Target="../media/image1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17.png"/><Relationship Id="rId9" Type="http://schemas.openxmlformats.org/officeDocument/2006/relationships/image" Target="../media/image27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2.png"/><Relationship Id="rId7" Type="http://schemas.openxmlformats.org/officeDocument/2006/relationships/image" Target="../media/image1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9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9.png"/><Relationship Id="rId4" Type="http://schemas.openxmlformats.org/officeDocument/2006/relationships/image" Target="../media/image16.png"/><Relationship Id="rId9" Type="http://schemas.openxmlformats.org/officeDocument/2006/relationships/image" Target="../media/image30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2.png"/><Relationship Id="rId7" Type="http://schemas.openxmlformats.org/officeDocument/2006/relationships/image" Target="../media/image32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31.png"/><Relationship Id="rId10" Type="http://schemas.openxmlformats.org/officeDocument/2006/relationships/image" Target="../media/image33.png"/><Relationship Id="rId4" Type="http://schemas.openxmlformats.org/officeDocument/2006/relationships/image" Target="../media/image19.png"/><Relationship Id="rId9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jpeg"/><Relationship Id="rId3" Type="http://schemas.openxmlformats.org/officeDocument/2006/relationships/image" Target="../media/image16.png"/><Relationship Id="rId7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22.png"/><Relationship Id="rId7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3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6.png"/><Relationship Id="rId7" Type="http://schemas.openxmlformats.org/officeDocument/2006/relationships/image" Target="../media/image9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7.png"/><Relationship Id="rId4" Type="http://schemas.openxmlformats.org/officeDocument/2006/relationships/image" Target="../media/image8.png"/><Relationship Id="rId9" Type="http://schemas.openxmlformats.org/officeDocument/2006/relationships/image" Target="../media/image40.jpe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22.png"/><Relationship Id="rId7" Type="http://schemas.openxmlformats.org/officeDocument/2006/relationships/image" Target="../media/image7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11" Type="http://schemas.openxmlformats.org/officeDocument/2006/relationships/image" Target="../media/image43.png"/><Relationship Id="rId5" Type="http://schemas.openxmlformats.org/officeDocument/2006/relationships/image" Target="../media/image41.png"/><Relationship Id="rId10" Type="http://schemas.openxmlformats.org/officeDocument/2006/relationships/image" Target="../media/image11.png"/><Relationship Id="rId4" Type="http://schemas.openxmlformats.org/officeDocument/2006/relationships/image" Target="../media/image8.png"/><Relationship Id="rId9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5.png"/><Relationship Id="rId7" Type="http://schemas.openxmlformats.org/officeDocument/2006/relationships/image" Target="../media/image47.png"/><Relationship Id="rId12" Type="http://schemas.openxmlformats.org/officeDocument/2006/relationships/image" Target="../media/image52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11" Type="http://schemas.openxmlformats.org/officeDocument/2006/relationships/image" Target="../media/image51.png"/><Relationship Id="rId5" Type="http://schemas.openxmlformats.org/officeDocument/2006/relationships/image" Target="../media/image22.png"/><Relationship Id="rId10" Type="http://schemas.openxmlformats.org/officeDocument/2006/relationships/image" Target="../media/image50.png"/><Relationship Id="rId4" Type="http://schemas.openxmlformats.org/officeDocument/2006/relationships/image" Target="../media/image16.png"/><Relationship Id="rId9" Type="http://schemas.openxmlformats.org/officeDocument/2006/relationships/image" Target="../media/image4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59.png"/><Relationship Id="rId3" Type="http://schemas.openxmlformats.org/officeDocument/2006/relationships/image" Target="../media/image22.png"/><Relationship Id="rId7" Type="http://schemas.openxmlformats.org/officeDocument/2006/relationships/image" Target="../media/image57.png"/><Relationship Id="rId12" Type="http://schemas.openxmlformats.org/officeDocument/2006/relationships/image" Target="../media/image13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6.png"/><Relationship Id="rId11" Type="http://schemas.openxmlformats.org/officeDocument/2006/relationships/image" Target="../media/image6.png"/><Relationship Id="rId5" Type="http://schemas.openxmlformats.org/officeDocument/2006/relationships/image" Target="../media/image55.png"/><Relationship Id="rId15" Type="http://schemas.openxmlformats.org/officeDocument/2006/relationships/image" Target="../media/image61.png"/><Relationship Id="rId10" Type="http://schemas.openxmlformats.org/officeDocument/2006/relationships/image" Target="../media/image26.png"/><Relationship Id="rId4" Type="http://schemas.openxmlformats.org/officeDocument/2006/relationships/image" Target="../media/image54.png"/><Relationship Id="rId9" Type="http://schemas.openxmlformats.org/officeDocument/2006/relationships/image" Target="../media/image58.png"/><Relationship Id="rId14" Type="http://schemas.openxmlformats.org/officeDocument/2006/relationships/image" Target="../media/image6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7.png"/><Relationship Id="rId7" Type="http://schemas.openxmlformats.org/officeDocument/2006/relationships/image" Target="../media/image3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4.png"/><Relationship Id="rId11" Type="http://schemas.openxmlformats.org/officeDocument/2006/relationships/image" Target="../media/image13.png"/><Relationship Id="rId5" Type="http://schemas.openxmlformats.org/officeDocument/2006/relationships/image" Target="../media/image63.png"/><Relationship Id="rId10" Type="http://schemas.openxmlformats.org/officeDocument/2006/relationships/image" Target="../media/image65.png"/><Relationship Id="rId4" Type="http://schemas.openxmlformats.org/officeDocument/2006/relationships/image" Target="../media/image62.png"/><Relationship Id="rId9" Type="http://schemas.openxmlformats.org/officeDocument/2006/relationships/image" Target="../media/image6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66.png"/><Relationship Id="rId7" Type="http://schemas.openxmlformats.org/officeDocument/2006/relationships/image" Target="../media/image6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55.png"/><Relationship Id="rId4" Type="http://schemas.openxmlformats.org/officeDocument/2006/relationships/image" Target="../media/image59.png"/><Relationship Id="rId9" Type="http://schemas.openxmlformats.org/officeDocument/2006/relationships/image" Target="../media/image68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13" Type="http://schemas.openxmlformats.org/officeDocument/2006/relationships/image" Target="../media/image80.png"/><Relationship Id="rId3" Type="http://schemas.openxmlformats.org/officeDocument/2006/relationships/image" Target="../media/image70.png"/><Relationship Id="rId7" Type="http://schemas.openxmlformats.org/officeDocument/2006/relationships/image" Target="../media/image74.png"/><Relationship Id="rId12" Type="http://schemas.openxmlformats.org/officeDocument/2006/relationships/image" Target="../media/image79.png"/><Relationship Id="rId17" Type="http://schemas.openxmlformats.org/officeDocument/2006/relationships/image" Target="../media/image83.png"/><Relationship Id="rId2" Type="http://schemas.openxmlformats.org/officeDocument/2006/relationships/image" Target="../media/image69.png"/><Relationship Id="rId16" Type="http://schemas.openxmlformats.org/officeDocument/2006/relationships/image" Target="../media/image8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3.png"/><Relationship Id="rId11" Type="http://schemas.openxmlformats.org/officeDocument/2006/relationships/image" Target="../media/image78.png"/><Relationship Id="rId5" Type="http://schemas.openxmlformats.org/officeDocument/2006/relationships/image" Target="../media/image72.png"/><Relationship Id="rId15" Type="http://schemas.openxmlformats.org/officeDocument/2006/relationships/image" Target="../media/image81.png"/><Relationship Id="rId10" Type="http://schemas.openxmlformats.org/officeDocument/2006/relationships/image" Target="../media/image77.png"/><Relationship Id="rId4" Type="http://schemas.openxmlformats.org/officeDocument/2006/relationships/image" Target="../media/image71.png"/><Relationship Id="rId9" Type="http://schemas.openxmlformats.org/officeDocument/2006/relationships/image" Target="../media/image76.png"/><Relationship Id="rId14" Type="http://schemas.openxmlformats.org/officeDocument/2006/relationships/image" Target="../media/image37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hyperlink" Target="https://hciproject.infinityfree.me/" TargetMode="External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11" Type="http://schemas.openxmlformats.org/officeDocument/2006/relationships/image" Target="../media/image87.png"/><Relationship Id="rId5" Type="http://schemas.openxmlformats.org/officeDocument/2006/relationships/image" Target="../media/image15.png"/><Relationship Id="rId10" Type="http://schemas.openxmlformats.org/officeDocument/2006/relationships/image" Target="../media/image86.png"/><Relationship Id="rId4" Type="http://schemas.openxmlformats.org/officeDocument/2006/relationships/image" Target="../media/image85.png"/><Relationship Id="rId9" Type="http://schemas.openxmlformats.org/officeDocument/2006/relationships/image" Target="../media/image4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2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B5E20">
                  <a:alpha val="85000"/>
                </a:srgbClr>
              </a:gs>
              <a:gs pos="100000">
                <a:srgbClr val="1B5E20">
                  <a:alpha val="85000"/>
                </a:srgbClr>
              </a:gs>
            </a:gsLst>
            <a:lin ang="162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1048723" y="380999"/>
            <a:ext cx="761980" cy="761999"/>
          </a:xfrm>
          <a:prstGeom prst="roundRect">
            <a:avLst>
              <a:gd name="adj" fmla="val 50000"/>
            </a:avLst>
          </a:prstGeom>
          <a:solidFill>
            <a:srgbClr val="C6A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239219" y="616148"/>
            <a:ext cx="380990" cy="29170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09704" y="1019174"/>
            <a:ext cx="8572285" cy="14668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4940"/>
              </a:lnSpc>
              <a:spcBef>
                <a:spcPts val="0"/>
              </a:spcBef>
              <a:spcAft>
                <a:spcPts val="1300"/>
              </a:spcAft>
            </a:pPr>
            <a:r>
              <a:rPr sz="3827" b="1">
                <a:solidFill>
                  <a:srgbClr val="FFFFFF"/>
                </a:solidFill>
              </a:rPr>
              <a:t>REDESIGNING THE MILITARY EDUCATION PORTAL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62589" y="2486967"/>
            <a:ext cx="2266519" cy="44198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600"/>
              </a:spcAft>
            </a:pPr>
            <a:r>
              <a:rPr lang="en-US" sz="2152" b="1" dirty="0">
                <a:solidFill>
                  <a:srgbClr val="C6A135"/>
                </a:solidFill>
              </a:rPr>
              <a:t>HCI Course Project</a:t>
            </a:r>
            <a:endParaRPr sz="2152" b="1" dirty="0">
              <a:solidFill>
                <a:srgbClr val="C6A135"/>
              </a:solidFill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E66F2DC-582A-C523-AA84-6B9C638E832D}"/>
              </a:ext>
            </a:extLst>
          </p:cNvPr>
          <p:cNvSpPr/>
          <p:nvPr/>
        </p:nvSpPr>
        <p:spPr>
          <a:xfrm>
            <a:off x="3095547" y="3178278"/>
            <a:ext cx="6000599" cy="2857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C6A135"/>
              </a:gs>
              <a:gs pos="100000">
                <a:srgbClr val="000000">
                  <a:alpha val="0"/>
                </a:srgbClr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53D4A4BC-A4A7-08D3-80B9-20376C5DFDB7}"/>
              </a:ext>
            </a:extLst>
          </p:cNvPr>
          <p:cNvSpPr/>
          <p:nvPr/>
        </p:nvSpPr>
        <p:spPr>
          <a:xfrm>
            <a:off x="3095547" y="5965345"/>
            <a:ext cx="6000599" cy="2857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C6A135"/>
              </a:gs>
              <a:gs pos="100000">
                <a:srgbClr val="000000">
                  <a:alpha val="0"/>
                </a:srgbClr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24A993BF-C2DC-C261-4BD6-4CBC33BC8964}"/>
              </a:ext>
            </a:extLst>
          </p:cNvPr>
          <p:cNvGrpSpPr/>
          <p:nvPr/>
        </p:nvGrpSpPr>
        <p:grpSpPr>
          <a:xfrm>
            <a:off x="4971925" y="3429967"/>
            <a:ext cx="2318197" cy="2312264"/>
            <a:chOff x="3588827" y="3204251"/>
            <a:chExt cx="2318197" cy="2312264"/>
          </a:xfrm>
        </p:grpSpPr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14D676F5-B25F-C93A-E395-D0564D5E13C8}"/>
                </a:ext>
              </a:extLst>
            </p:cNvPr>
            <p:cNvGrpSpPr/>
            <p:nvPr/>
          </p:nvGrpSpPr>
          <p:grpSpPr>
            <a:xfrm>
              <a:off x="3588829" y="3204251"/>
              <a:ext cx="2318195" cy="428625"/>
              <a:chOff x="3581310" y="5219700"/>
              <a:chExt cx="2318195" cy="428625"/>
            </a:xfrm>
          </p:grpSpPr>
          <p:sp>
            <p:nvSpPr>
              <p:cNvPr id="68" name="Rounded Rectangle 9">
                <a:extLst>
                  <a:ext uri="{FF2B5EF4-FFF2-40B4-BE49-F238E27FC236}">
                    <a16:creationId xmlns:a16="http://schemas.microsoft.com/office/drawing/2014/main" id="{E709CC08-9AB2-E86D-B378-14A4E9C8171F}"/>
                  </a:ext>
                </a:extLst>
              </p:cNvPr>
              <p:cNvSpPr/>
              <p:nvPr/>
            </p:nvSpPr>
            <p:spPr>
              <a:xfrm>
                <a:off x="3581310" y="5219700"/>
                <a:ext cx="2318195" cy="428625"/>
              </a:xfrm>
              <a:prstGeom prst="roundRect">
                <a:avLst>
                  <a:gd name="adj" fmla="val 133333"/>
                </a:avLst>
              </a:prstGeom>
              <a:solidFill>
                <a:srgbClr val="FFFFFF">
                  <a:alpha val="10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dirty="0"/>
              </a:p>
            </p:txBody>
          </p:sp>
          <p:pic>
            <p:nvPicPr>
              <p:cNvPr id="69" name="Picture 68" descr="image.png">
                <a:extLst>
                  <a:ext uri="{FF2B5EF4-FFF2-40B4-BE49-F238E27FC236}">
                    <a16:creationId xmlns:a16="http://schemas.microsoft.com/office/drawing/2014/main" id="{44546205-2C66-0975-DD96-1E3D9487788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3771805" y="5346382"/>
                <a:ext cx="228594" cy="165734"/>
              </a:xfrm>
              <a:prstGeom prst="rect">
                <a:avLst/>
              </a:prstGeom>
            </p:spPr>
          </p:pic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448CCE4C-476C-5F7D-8D86-CA04BC349B74}"/>
                  </a:ext>
                </a:extLst>
              </p:cNvPr>
              <p:cNvSpPr txBox="1"/>
              <p:nvPr/>
            </p:nvSpPr>
            <p:spPr>
              <a:xfrm>
                <a:off x="4010908" y="5286600"/>
                <a:ext cx="1712264" cy="294824"/>
              </a:xfrm>
              <a:prstGeom prst="rect">
                <a:avLst/>
              </a:prstGeom>
              <a:noFill/>
            </p:spPr>
            <p:txBody>
              <a:bodyPr wrap="none" lIns="73152" tIns="54864" rIns="73152" bIns="54864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196" b="1" dirty="0">
                    <a:solidFill>
                      <a:srgbClr val="FFFFFF"/>
                    </a:solidFill>
                  </a:rPr>
                  <a:t>Ahmed Tamer Al-</a:t>
                </a:r>
                <a:r>
                  <a:rPr lang="en-US" sz="1196" b="1" dirty="0" err="1">
                    <a:solidFill>
                      <a:srgbClr val="FFFFFF"/>
                    </a:solidFill>
                  </a:rPr>
                  <a:t>Nahhal</a:t>
                </a:r>
                <a:endParaRPr sz="1196" b="1" dirty="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70ECF966-B985-FBCB-AE8C-538C30BF6392}"/>
                </a:ext>
              </a:extLst>
            </p:cNvPr>
            <p:cNvGrpSpPr/>
            <p:nvPr/>
          </p:nvGrpSpPr>
          <p:grpSpPr>
            <a:xfrm>
              <a:off x="3588829" y="3831907"/>
              <a:ext cx="2318195" cy="428625"/>
              <a:chOff x="3581310" y="5219700"/>
              <a:chExt cx="2318195" cy="428625"/>
            </a:xfrm>
          </p:grpSpPr>
          <p:sp>
            <p:nvSpPr>
              <p:cNvPr id="65" name="Rounded Rectangle 9">
                <a:extLst>
                  <a:ext uri="{FF2B5EF4-FFF2-40B4-BE49-F238E27FC236}">
                    <a16:creationId xmlns:a16="http://schemas.microsoft.com/office/drawing/2014/main" id="{582CF39F-CEF8-0173-70DB-4118EC62C4A5}"/>
                  </a:ext>
                </a:extLst>
              </p:cNvPr>
              <p:cNvSpPr/>
              <p:nvPr/>
            </p:nvSpPr>
            <p:spPr>
              <a:xfrm>
                <a:off x="3581310" y="5219700"/>
                <a:ext cx="2318195" cy="428625"/>
              </a:xfrm>
              <a:prstGeom prst="roundRect">
                <a:avLst>
                  <a:gd name="adj" fmla="val 133333"/>
                </a:avLst>
              </a:prstGeom>
              <a:solidFill>
                <a:srgbClr val="FFFFFF">
                  <a:alpha val="10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dirty="0"/>
              </a:p>
            </p:txBody>
          </p:sp>
          <p:pic>
            <p:nvPicPr>
              <p:cNvPr id="66" name="Picture 65" descr="image.png">
                <a:extLst>
                  <a:ext uri="{FF2B5EF4-FFF2-40B4-BE49-F238E27FC236}">
                    <a16:creationId xmlns:a16="http://schemas.microsoft.com/office/drawing/2014/main" id="{E68C3A85-7B51-C0ED-2BB6-510177AA585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3771805" y="5346382"/>
                <a:ext cx="228594" cy="165734"/>
              </a:xfrm>
              <a:prstGeom prst="rect">
                <a:avLst/>
              </a:prstGeom>
            </p:spPr>
          </p:pic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85EDE84B-8F35-591B-BA5C-B8D100EE3BFC}"/>
                  </a:ext>
                </a:extLst>
              </p:cNvPr>
              <p:cNvSpPr txBox="1"/>
              <p:nvPr/>
            </p:nvSpPr>
            <p:spPr>
              <a:xfrm>
                <a:off x="4071020" y="5286600"/>
                <a:ext cx="1592039" cy="294824"/>
              </a:xfrm>
              <a:prstGeom prst="rect">
                <a:avLst/>
              </a:prstGeom>
              <a:noFill/>
            </p:spPr>
            <p:txBody>
              <a:bodyPr wrap="none" lIns="73152" tIns="54864" rIns="73152" bIns="54864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196" b="1" dirty="0">
                    <a:solidFill>
                      <a:srgbClr val="FFFFFF"/>
                    </a:solidFill>
                  </a:rPr>
                  <a:t>Ahmed </a:t>
                </a:r>
                <a:r>
                  <a:rPr lang="en-US" sz="1196" b="1" dirty="0" err="1">
                    <a:solidFill>
                      <a:srgbClr val="FFFFFF"/>
                    </a:solidFill>
                  </a:rPr>
                  <a:t>kareem</a:t>
                </a:r>
                <a:r>
                  <a:rPr lang="en-US" sz="1196" b="1" dirty="0">
                    <a:solidFill>
                      <a:srgbClr val="FFFFFF"/>
                    </a:solidFill>
                  </a:rPr>
                  <a:t> </a:t>
                </a:r>
                <a:r>
                  <a:rPr lang="en-US" sz="1196" b="1" dirty="0" err="1">
                    <a:solidFill>
                      <a:srgbClr val="FFFFFF"/>
                    </a:solidFill>
                  </a:rPr>
                  <a:t>Biltagy</a:t>
                </a:r>
                <a:endParaRPr lang="en-US" sz="1196" b="1" dirty="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FA2D322A-5FB1-07EA-970C-BF1C3B5FB00F}"/>
                </a:ext>
              </a:extLst>
            </p:cNvPr>
            <p:cNvGrpSpPr/>
            <p:nvPr/>
          </p:nvGrpSpPr>
          <p:grpSpPr>
            <a:xfrm>
              <a:off x="3588828" y="4463160"/>
              <a:ext cx="2318195" cy="428625"/>
              <a:chOff x="3581310" y="5219700"/>
              <a:chExt cx="2318195" cy="428625"/>
            </a:xfrm>
          </p:grpSpPr>
          <p:sp>
            <p:nvSpPr>
              <p:cNvPr id="62" name="Rounded Rectangle 9">
                <a:extLst>
                  <a:ext uri="{FF2B5EF4-FFF2-40B4-BE49-F238E27FC236}">
                    <a16:creationId xmlns:a16="http://schemas.microsoft.com/office/drawing/2014/main" id="{2146673D-6D45-111D-31DB-6E93E7697B54}"/>
                  </a:ext>
                </a:extLst>
              </p:cNvPr>
              <p:cNvSpPr/>
              <p:nvPr/>
            </p:nvSpPr>
            <p:spPr>
              <a:xfrm>
                <a:off x="3581310" y="5219700"/>
                <a:ext cx="2318195" cy="428625"/>
              </a:xfrm>
              <a:prstGeom prst="roundRect">
                <a:avLst>
                  <a:gd name="adj" fmla="val 133333"/>
                </a:avLst>
              </a:prstGeom>
              <a:solidFill>
                <a:srgbClr val="FFFFFF">
                  <a:alpha val="10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dirty="0"/>
              </a:p>
            </p:txBody>
          </p:sp>
          <p:pic>
            <p:nvPicPr>
              <p:cNvPr id="63" name="Picture 62" descr="image.png">
                <a:extLst>
                  <a:ext uri="{FF2B5EF4-FFF2-40B4-BE49-F238E27FC236}">
                    <a16:creationId xmlns:a16="http://schemas.microsoft.com/office/drawing/2014/main" id="{0B5D7A9F-EA73-BB82-9C4C-DBF9B5AC3AE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3771805" y="5346382"/>
                <a:ext cx="228594" cy="165734"/>
              </a:xfrm>
              <a:prstGeom prst="rect">
                <a:avLst/>
              </a:prstGeom>
            </p:spPr>
          </p:pic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8AACF7C2-D233-834C-4F01-AC4FD0EB0D02}"/>
                  </a:ext>
                </a:extLst>
              </p:cNvPr>
              <p:cNvSpPr txBox="1"/>
              <p:nvPr/>
            </p:nvSpPr>
            <p:spPr>
              <a:xfrm>
                <a:off x="3925147" y="5286600"/>
                <a:ext cx="1883785" cy="294824"/>
              </a:xfrm>
              <a:prstGeom prst="rect">
                <a:avLst/>
              </a:prstGeom>
              <a:noFill/>
            </p:spPr>
            <p:txBody>
              <a:bodyPr wrap="none" lIns="73152" tIns="54864" rIns="73152" bIns="54864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196" b="1" dirty="0">
                    <a:solidFill>
                      <a:srgbClr val="FFFFFF"/>
                    </a:solidFill>
                  </a:rPr>
                  <a:t>Saeid Muhammed </a:t>
                </a:r>
                <a:r>
                  <a:rPr lang="en-US" sz="1196" b="1" dirty="0" err="1">
                    <a:solidFill>
                      <a:srgbClr val="FFFFFF"/>
                    </a:solidFill>
                  </a:rPr>
                  <a:t>Elkhouly</a:t>
                </a:r>
                <a:endParaRPr lang="en-US" sz="1196" b="1" dirty="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5689DA74-3C96-2A86-8E33-D7B16F8AA91C}"/>
                </a:ext>
              </a:extLst>
            </p:cNvPr>
            <p:cNvGrpSpPr/>
            <p:nvPr/>
          </p:nvGrpSpPr>
          <p:grpSpPr>
            <a:xfrm>
              <a:off x="3588827" y="5087890"/>
              <a:ext cx="2318195" cy="428625"/>
              <a:chOff x="3581310" y="5219700"/>
              <a:chExt cx="2318195" cy="428625"/>
            </a:xfrm>
          </p:grpSpPr>
          <p:sp>
            <p:nvSpPr>
              <p:cNvPr id="59" name="Rounded Rectangle 9">
                <a:extLst>
                  <a:ext uri="{FF2B5EF4-FFF2-40B4-BE49-F238E27FC236}">
                    <a16:creationId xmlns:a16="http://schemas.microsoft.com/office/drawing/2014/main" id="{F12318C6-E4E1-B741-3B33-0F58DEB7E06A}"/>
                  </a:ext>
                </a:extLst>
              </p:cNvPr>
              <p:cNvSpPr/>
              <p:nvPr/>
            </p:nvSpPr>
            <p:spPr>
              <a:xfrm>
                <a:off x="3581310" y="5219700"/>
                <a:ext cx="2318195" cy="428625"/>
              </a:xfrm>
              <a:prstGeom prst="roundRect">
                <a:avLst>
                  <a:gd name="adj" fmla="val 133333"/>
                </a:avLst>
              </a:prstGeom>
              <a:solidFill>
                <a:srgbClr val="FFFFFF">
                  <a:alpha val="10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dirty="0"/>
              </a:p>
            </p:txBody>
          </p:sp>
          <p:pic>
            <p:nvPicPr>
              <p:cNvPr id="60" name="Picture 59" descr="image.png">
                <a:extLst>
                  <a:ext uri="{FF2B5EF4-FFF2-40B4-BE49-F238E27FC236}">
                    <a16:creationId xmlns:a16="http://schemas.microsoft.com/office/drawing/2014/main" id="{09EBA31C-9AC4-29CD-61F9-891574971D7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3771805" y="5346382"/>
                <a:ext cx="228594" cy="165734"/>
              </a:xfrm>
              <a:prstGeom prst="rect">
                <a:avLst/>
              </a:prstGeom>
            </p:spPr>
          </p:pic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BD0CE962-5182-3554-262C-35D965561C52}"/>
                  </a:ext>
                </a:extLst>
              </p:cNvPr>
              <p:cNvSpPr txBox="1"/>
              <p:nvPr/>
            </p:nvSpPr>
            <p:spPr>
              <a:xfrm>
                <a:off x="3874653" y="5286600"/>
                <a:ext cx="1984774" cy="294824"/>
              </a:xfrm>
              <a:prstGeom prst="rect">
                <a:avLst/>
              </a:prstGeom>
              <a:noFill/>
            </p:spPr>
            <p:txBody>
              <a:bodyPr wrap="none" lIns="73152" tIns="54864" rIns="73152" bIns="54864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196" b="1" dirty="0">
                    <a:solidFill>
                      <a:srgbClr val="FFFFFF"/>
                    </a:solidFill>
                  </a:rPr>
                  <a:t>Salman Muhammed Mohsen</a:t>
                </a:r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1239219" y="380999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C6A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382090" y="555948"/>
            <a:ext cx="285742" cy="22160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80990" y="380999"/>
            <a:ext cx="6448263" cy="4762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392" b="1">
                <a:solidFill>
                  <a:srgbClr val="1B5E20"/>
                </a:solidFill>
              </a:rPr>
              <a:t>PROJECT OVERVIEW &amp; HCI PRINCIPLES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0990" y="1238249"/>
            <a:ext cx="11429714" cy="2952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435" b="1" dirty="0">
                <a:solidFill>
                  <a:srgbClr val="1B5E20"/>
                </a:solidFill>
              </a:rPr>
              <a:t> </a:t>
            </a:r>
            <a:r>
              <a:rPr sz="1104" dirty="0"/>
              <a:t>  </a:t>
            </a:r>
            <a:r>
              <a:rPr sz="1435" b="1" dirty="0">
                <a:solidFill>
                  <a:srgbClr val="1B5E20"/>
                </a:solidFill>
              </a:rPr>
              <a:t> OBJECTIVE 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0990" y="1304925"/>
            <a:ext cx="228594" cy="1714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4357" y="1676400"/>
            <a:ext cx="11096347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</a:rPr>
              <a:t>Analyze the Military Education Portal, identify HCI violations, and redesign to improve user experience.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90" y="2247899"/>
            <a:ext cx="11429714" cy="2952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435" b="1">
                <a:solidFill>
                  <a:srgbClr val="1B5E20"/>
                </a:solidFill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1B5E20"/>
                </a:solidFill>
              </a:rPr>
              <a:t> USERS 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0990" y="2328862"/>
            <a:ext cx="228594" cy="1428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14357" y="2686050"/>
            <a:ext cx="11096347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</a:rPr>
              <a:t>University students (18-25) completing military requirements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0990" y="3448049"/>
            <a:ext cx="11429714" cy="952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C6A135"/>
              </a:gs>
              <a:gs pos="100000">
                <a:srgbClr val="000000">
                  <a:alpha val="0"/>
                </a:srgbClr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80990" y="3648074"/>
            <a:ext cx="11429714" cy="2952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435" b="1">
                <a:solidFill>
                  <a:srgbClr val="1B5E20"/>
                </a:solidFill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1B5E20"/>
                </a:solidFill>
              </a:rPr>
              <a:t> HCI PRINCIPLES 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0990" y="3705224"/>
            <a:ext cx="228594" cy="17145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380990" y="4133849"/>
            <a:ext cx="2714557" cy="761999"/>
          </a:xfrm>
          <a:prstGeom prst="roundRect">
            <a:avLst>
              <a:gd name="adj" fmla="val 10000"/>
            </a:avLst>
          </a:prstGeom>
          <a:solidFill>
            <a:srgbClr val="F9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 Same Side Corner Rectangle 14"/>
          <p:cNvSpPr/>
          <p:nvPr/>
        </p:nvSpPr>
        <p:spPr>
          <a:xfrm rot="16200000">
            <a:off x="66031" y="4448808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61960" y="4276725"/>
            <a:ext cx="2390715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196" b="1">
                <a:solidFill>
                  <a:srgbClr val="1B5E20"/>
                </a:solidFill>
              </a:rPr>
              <a:t> </a:t>
            </a:r>
            <a:r>
              <a:rPr sz="1104"/>
              <a:t>  </a:t>
            </a:r>
            <a:r>
              <a:rPr sz="1196" b="1">
                <a:solidFill>
                  <a:srgbClr val="1B5E20"/>
                </a:solidFill>
              </a:rPr>
              <a:t> Visibility 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1960" y="4323397"/>
            <a:ext cx="228594" cy="15430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61960" y="4562475"/>
            <a:ext cx="2390715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55555"/>
                </a:solidFill>
              </a:rPr>
              <a:t>Make functions apparent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86042" y="4133849"/>
            <a:ext cx="2714557" cy="761999"/>
          </a:xfrm>
          <a:prstGeom prst="roundRect">
            <a:avLst>
              <a:gd name="adj" fmla="val 10000"/>
            </a:avLst>
          </a:prstGeom>
          <a:solidFill>
            <a:srgbClr val="F9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 Same Side Corner Rectangle 19"/>
          <p:cNvSpPr/>
          <p:nvPr/>
        </p:nvSpPr>
        <p:spPr>
          <a:xfrm rot="16200000">
            <a:off x="2971083" y="4448808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467013" y="4276725"/>
            <a:ext cx="2390715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196" b="1">
                <a:solidFill>
                  <a:srgbClr val="1B5E20"/>
                </a:solidFill>
              </a:rPr>
              <a:t> </a:t>
            </a:r>
            <a:r>
              <a:rPr sz="1104"/>
              <a:t>  </a:t>
            </a:r>
            <a:r>
              <a:rPr sz="1196" b="1">
                <a:solidFill>
                  <a:srgbClr val="1B5E20"/>
                </a:solidFill>
              </a:rPr>
              <a:t> Feedback 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467013" y="4303395"/>
            <a:ext cx="228594" cy="194309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3467013" y="4562475"/>
            <a:ext cx="2390715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55555"/>
                </a:solidFill>
              </a:rPr>
              <a:t>Inform user about actions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1095" y="4133849"/>
            <a:ext cx="2714557" cy="761999"/>
          </a:xfrm>
          <a:prstGeom prst="roundRect">
            <a:avLst>
              <a:gd name="adj" fmla="val 10000"/>
            </a:avLst>
          </a:prstGeom>
          <a:solidFill>
            <a:srgbClr val="F9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 Same Side Corner Rectangle 24"/>
          <p:cNvSpPr/>
          <p:nvPr/>
        </p:nvSpPr>
        <p:spPr>
          <a:xfrm rot="16200000">
            <a:off x="5876136" y="4448808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72065" y="4276725"/>
            <a:ext cx="2390715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196" b="1">
                <a:solidFill>
                  <a:srgbClr val="1B5E20"/>
                </a:solidFill>
              </a:rPr>
              <a:t> </a:t>
            </a:r>
            <a:r>
              <a:rPr sz="1104"/>
              <a:t>  </a:t>
            </a:r>
            <a:r>
              <a:rPr sz="1196" b="1">
                <a:solidFill>
                  <a:srgbClr val="1B5E20"/>
                </a:solidFill>
              </a:rPr>
              <a:t> Constraints 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372065" y="4303395"/>
            <a:ext cx="228594" cy="194309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372065" y="4562475"/>
            <a:ext cx="2390715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55555"/>
                </a:solidFill>
              </a:rPr>
              <a:t>Prevent errors by restricting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96147" y="4133849"/>
            <a:ext cx="2714557" cy="761999"/>
          </a:xfrm>
          <a:prstGeom prst="roundRect">
            <a:avLst>
              <a:gd name="adj" fmla="val 10000"/>
            </a:avLst>
          </a:prstGeom>
          <a:solidFill>
            <a:srgbClr val="F9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 Same Side Corner Rectangle 29"/>
          <p:cNvSpPr/>
          <p:nvPr/>
        </p:nvSpPr>
        <p:spPr>
          <a:xfrm rot="16200000">
            <a:off x="8781188" y="4448808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277118" y="4276725"/>
            <a:ext cx="2390715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196" b="1">
                <a:solidFill>
                  <a:srgbClr val="1B5E20"/>
                </a:solidFill>
              </a:rPr>
              <a:t> </a:t>
            </a:r>
            <a:r>
              <a:rPr sz="1104"/>
              <a:t>  </a:t>
            </a:r>
            <a:r>
              <a:rPr sz="1196" b="1">
                <a:solidFill>
                  <a:srgbClr val="1B5E20"/>
                </a:solidFill>
              </a:rPr>
              <a:t> Mapping 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9277118" y="4311967"/>
            <a:ext cx="228594" cy="177164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9277118" y="4562475"/>
            <a:ext cx="2390715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55555"/>
                </a:solidFill>
              </a:rPr>
              <a:t>Control-effect relationship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80990" y="5086350"/>
            <a:ext cx="2714557" cy="761999"/>
          </a:xfrm>
          <a:prstGeom prst="roundRect">
            <a:avLst>
              <a:gd name="adj" fmla="val 10000"/>
            </a:avLst>
          </a:prstGeom>
          <a:solidFill>
            <a:srgbClr val="F9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 Same Side Corner Rectangle 34"/>
          <p:cNvSpPr/>
          <p:nvPr/>
        </p:nvSpPr>
        <p:spPr>
          <a:xfrm rot="16200000">
            <a:off x="66031" y="5401309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61960" y="5229225"/>
            <a:ext cx="2390715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196" b="1">
                <a:solidFill>
                  <a:srgbClr val="1B5E20"/>
                </a:solidFill>
              </a:rPr>
              <a:t> </a:t>
            </a:r>
            <a:r>
              <a:rPr sz="1104"/>
              <a:t>  </a:t>
            </a:r>
            <a:r>
              <a:rPr sz="1196" b="1">
                <a:solidFill>
                  <a:srgbClr val="1B5E20"/>
                </a:solidFill>
              </a:rPr>
              <a:t> Consistency 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61960" y="5244465"/>
            <a:ext cx="228594" cy="21717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561960" y="5514975"/>
            <a:ext cx="2390715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55555"/>
                </a:solidFill>
              </a:rPr>
              <a:t>Similar look &amp; behavior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286042" y="5086350"/>
            <a:ext cx="2714557" cy="761999"/>
          </a:xfrm>
          <a:prstGeom prst="roundRect">
            <a:avLst>
              <a:gd name="adj" fmla="val 10000"/>
            </a:avLst>
          </a:prstGeom>
          <a:solidFill>
            <a:srgbClr val="F9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 Same Side Corner Rectangle 39"/>
          <p:cNvSpPr/>
          <p:nvPr/>
        </p:nvSpPr>
        <p:spPr>
          <a:xfrm rot="16200000">
            <a:off x="2971083" y="5401309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467013" y="5229225"/>
            <a:ext cx="2390715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196" b="1">
                <a:solidFill>
                  <a:srgbClr val="1B5E20"/>
                </a:solidFill>
              </a:rPr>
              <a:t> </a:t>
            </a:r>
            <a:r>
              <a:rPr sz="1104"/>
              <a:t>  </a:t>
            </a:r>
            <a:r>
              <a:rPr sz="1196" b="1">
                <a:solidFill>
                  <a:srgbClr val="1B5E20"/>
                </a:solidFill>
              </a:rPr>
              <a:t> Affordance </a:t>
            </a: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495048" y="5238749"/>
            <a:ext cx="172523" cy="22860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3467013" y="5514975"/>
            <a:ext cx="2390715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55555"/>
                </a:solidFill>
              </a:rPr>
              <a:t>Suggest how to use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91095" y="5086350"/>
            <a:ext cx="2714557" cy="761999"/>
          </a:xfrm>
          <a:prstGeom prst="roundRect">
            <a:avLst>
              <a:gd name="adj" fmla="val 10000"/>
            </a:avLst>
          </a:prstGeom>
          <a:solidFill>
            <a:srgbClr val="F9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 Same Side Corner Rectangle 44"/>
          <p:cNvSpPr/>
          <p:nvPr/>
        </p:nvSpPr>
        <p:spPr>
          <a:xfrm rot="16200000">
            <a:off x="5876136" y="5401309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372065" y="5229225"/>
            <a:ext cx="2390715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196" b="1">
                <a:solidFill>
                  <a:srgbClr val="1B5E20"/>
                </a:solidFill>
              </a:rPr>
              <a:t> </a:t>
            </a:r>
            <a:r>
              <a:rPr sz="1104"/>
              <a:t>  </a:t>
            </a:r>
            <a:r>
              <a:rPr sz="1196" b="1">
                <a:solidFill>
                  <a:srgbClr val="1B5E20"/>
                </a:solidFill>
              </a:rPr>
              <a:t> Miller 7±2 </a:t>
            </a:r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6372065" y="5264467"/>
            <a:ext cx="228594" cy="177164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6372065" y="5514975"/>
            <a:ext cx="2390715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55555"/>
                </a:solidFill>
              </a:rPr>
              <a:t>STM capacity limit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096147" y="5086350"/>
            <a:ext cx="2714557" cy="761999"/>
          </a:xfrm>
          <a:prstGeom prst="roundRect">
            <a:avLst>
              <a:gd name="adj" fmla="val 10000"/>
            </a:avLst>
          </a:prstGeom>
          <a:solidFill>
            <a:srgbClr val="F9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 Same Side Corner Rectangle 49"/>
          <p:cNvSpPr/>
          <p:nvPr/>
        </p:nvSpPr>
        <p:spPr>
          <a:xfrm rot="16200000">
            <a:off x="8781188" y="5401309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277118" y="5229225"/>
            <a:ext cx="2390715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196" b="1">
                <a:solidFill>
                  <a:srgbClr val="1B5E20"/>
                </a:solidFill>
              </a:rPr>
              <a:t> </a:t>
            </a:r>
            <a:r>
              <a:rPr sz="1104"/>
              <a:t>  </a:t>
            </a:r>
            <a:r>
              <a:rPr sz="1196" b="1">
                <a:solidFill>
                  <a:srgbClr val="1B5E20"/>
                </a:solidFill>
              </a:rPr>
              <a:t> Norman's Emotional </a:t>
            </a:r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9277118" y="5255894"/>
            <a:ext cx="228594" cy="194309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9277118" y="5514975"/>
            <a:ext cx="2390715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55555"/>
                </a:solidFill>
              </a:rPr>
              <a:t>Design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1239219" y="380999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C6A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382090" y="560322"/>
            <a:ext cx="285742" cy="21285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80990" y="380999"/>
            <a:ext cx="5152896" cy="4762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392" b="1">
                <a:solidFill>
                  <a:srgbClr val="1B5E20"/>
                </a:solidFill>
              </a:rPr>
              <a:t>HOMEPAGE - ORIGINAL DESIGN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35759" y="827752"/>
            <a:ext cx="3017263" cy="6000751"/>
          </a:xfrm>
          <a:prstGeom prst="roundRect">
            <a:avLst>
              <a:gd name="adj" fmla="val 2909"/>
            </a:avLst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29214" y="1238249"/>
            <a:ext cx="5381490" cy="2952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435" b="1">
                <a:solidFill>
                  <a:srgbClr val="1B5E20"/>
                </a:solidFill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1B5E20"/>
                </a:solidFill>
              </a:rPr>
              <a:t> HCI VIOLATIONS IDENTIFIED 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29214" y="1293495"/>
            <a:ext cx="228594" cy="194309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429214" y="1724024"/>
            <a:ext cx="5381490" cy="809625"/>
          </a:xfrm>
          <a:prstGeom prst="roundRect">
            <a:avLst>
              <a:gd name="adj" fmla="val 18823"/>
            </a:avLst>
          </a:prstGeom>
          <a:solidFill>
            <a:srgbClr val="F9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572085" y="1866899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C6A135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48283" y="1964531"/>
            <a:ext cx="228594" cy="18573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095947" y="1866899"/>
            <a:ext cx="4571885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196" b="1">
                <a:solidFill>
                  <a:srgbClr val="1B5E20"/>
                </a:solidFill>
              </a:rPr>
              <a:t>Visibility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95947" y="2121158"/>
            <a:ext cx="2714141" cy="30110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 dirty="0">
                <a:solidFill>
                  <a:srgbClr val="555555"/>
                </a:solidFill>
              </a:rPr>
              <a:t>14 nav items, buried CTAs, no visual hierarchy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29214" y="2676524"/>
            <a:ext cx="5381490" cy="809625"/>
          </a:xfrm>
          <a:prstGeom prst="roundRect">
            <a:avLst>
              <a:gd name="adj" fmla="val 18823"/>
            </a:avLst>
          </a:prstGeom>
          <a:solidFill>
            <a:srgbClr val="F9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572085" y="2819399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C6A135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48283" y="2921317"/>
            <a:ext cx="228594" cy="17716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095947" y="2819399"/>
            <a:ext cx="4571885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196" b="1">
                <a:solidFill>
                  <a:srgbClr val="1B5E20"/>
                </a:solidFill>
              </a:rPr>
              <a:t>Miller's Law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95947" y="3105149"/>
            <a:ext cx="4571885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</a:rPr>
              <a:t>Exceeds 7±2 limit → cognitive overload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29214" y="3629025"/>
            <a:ext cx="5381490" cy="809625"/>
          </a:xfrm>
          <a:prstGeom prst="roundRect">
            <a:avLst>
              <a:gd name="adj" fmla="val 18823"/>
            </a:avLst>
          </a:prstGeom>
          <a:solidFill>
            <a:srgbClr val="F9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572085" y="3771900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C6A135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48283" y="3879532"/>
            <a:ext cx="228594" cy="16573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095947" y="3771900"/>
            <a:ext cx="4571885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196" b="1">
                <a:solidFill>
                  <a:srgbClr val="1B5E20"/>
                </a:solidFill>
              </a:rPr>
              <a:t>Consistency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95947" y="4057650"/>
            <a:ext cx="4571885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</a:rPr>
              <a:t>Clashing colors (red, brown, green, orange)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29214" y="4591050"/>
            <a:ext cx="5381490" cy="809625"/>
          </a:xfrm>
          <a:prstGeom prst="roundRect">
            <a:avLst>
              <a:gd name="adj" fmla="val 18823"/>
            </a:avLst>
          </a:prstGeom>
          <a:solidFill>
            <a:srgbClr val="F9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572085" y="4733925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C6A135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668315" y="4810124"/>
            <a:ext cx="188531" cy="2286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095947" y="4733925"/>
            <a:ext cx="4571885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196" b="1">
                <a:solidFill>
                  <a:srgbClr val="1B5E20"/>
                </a:solidFill>
              </a:rPr>
              <a:t>Affordance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95947" y="5019675"/>
            <a:ext cx="4571885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</a:rPr>
              <a:t>Service icons look static, not clickable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29214" y="5543550"/>
            <a:ext cx="5381490" cy="809625"/>
          </a:xfrm>
          <a:prstGeom prst="roundRect">
            <a:avLst>
              <a:gd name="adj" fmla="val 18823"/>
            </a:avLst>
          </a:prstGeom>
          <a:solidFill>
            <a:srgbClr val="F9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6572085" y="5686425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C6A135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648283" y="5779770"/>
            <a:ext cx="228594" cy="194309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7095947" y="5686425"/>
            <a:ext cx="4571885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196" b="1">
                <a:solidFill>
                  <a:srgbClr val="1B5E20"/>
                </a:solidFill>
              </a:rPr>
              <a:t>Visceral Design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95947" y="5972175"/>
            <a:ext cx="4571885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</a:rPr>
              <a:t>Chaotic first impression damages trust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F0E537B8-973B-6BB4-CE00-32334081DB3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46999" y="880398"/>
            <a:ext cx="2801073" cy="590750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1239219" y="380999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C6A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382090" y="560322"/>
            <a:ext cx="285742" cy="21285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80990" y="380999"/>
            <a:ext cx="7343591" cy="4762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392" b="1">
                <a:solidFill>
                  <a:srgbClr val="1B5E20"/>
                </a:solidFill>
              </a:rPr>
              <a:t>HOMEPAGE - REDESIGNED WITH SOLUTIONS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79870" y="857248"/>
            <a:ext cx="4149213" cy="6000751"/>
          </a:xfrm>
          <a:prstGeom prst="roundRect">
            <a:avLst>
              <a:gd name="adj" fmla="val 2909"/>
            </a:avLst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29214" y="1238249"/>
            <a:ext cx="5381490" cy="2952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435" b="1">
                <a:solidFill>
                  <a:srgbClr val="1B5E20"/>
                </a:solidFill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1B5E20"/>
                </a:solidFill>
              </a:rPr>
              <a:t> SOLUTIONS APPLIED 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29214" y="1293495"/>
            <a:ext cx="228594" cy="194309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429214" y="1724024"/>
            <a:ext cx="5381490" cy="809625"/>
          </a:xfrm>
          <a:prstGeom prst="roundRect">
            <a:avLst>
              <a:gd name="adj" fmla="val 18823"/>
            </a:avLst>
          </a:prstGeom>
          <a:solidFill>
            <a:srgbClr val="F9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572085" y="1943100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C6A135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48283" y="2056447"/>
            <a:ext cx="228594" cy="15430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095947" y="1866899"/>
            <a:ext cx="4571885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196" b="1">
                <a:solidFill>
                  <a:srgbClr val="1B5E20"/>
                </a:solidFill>
              </a:rPr>
              <a:t>Visibility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95947" y="2152650"/>
            <a:ext cx="4571885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</a:rPr>
              <a:t>Hero section with </a:t>
            </a:r>
            <a:r>
              <a:rPr sz="1076" b="1">
                <a:solidFill>
                  <a:srgbClr val="C6A135"/>
                </a:solidFill>
              </a:rPr>
              <a:t>2 prominent CTAs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29214" y="2647949"/>
            <a:ext cx="5381490" cy="809625"/>
          </a:xfrm>
          <a:prstGeom prst="roundRect">
            <a:avLst>
              <a:gd name="adj" fmla="val 18823"/>
            </a:avLst>
          </a:prstGeom>
          <a:solidFill>
            <a:srgbClr val="F9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572085" y="2867025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C6A135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48283" y="2968942"/>
            <a:ext cx="228594" cy="17716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095947" y="2790824"/>
            <a:ext cx="4571885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196" b="1">
                <a:solidFill>
                  <a:srgbClr val="1B5E20"/>
                </a:solidFill>
              </a:rPr>
              <a:t>Miller's Law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95947" y="3076574"/>
            <a:ext cx="4571885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</a:rPr>
              <a:t>Reduced nav to </a:t>
            </a:r>
            <a:r>
              <a:rPr sz="1076" b="1">
                <a:solidFill>
                  <a:srgbClr val="C6A135"/>
                </a:solidFill>
              </a:rPr>
              <a:t>6 items</a:t>
            </a:r>
            <a:r>
              <a:rPr sz="1076" b="0">
                <a:solidFill>
                  <a:srgbClr val="555555"/>
                </a:solidFill>
              </a:rPr>
              <a:t>, 4 cards per slide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29214" y="3571875"/>
            <a:ext cx="5381490" cy="809625"/>
          </a:xfrm>
          <a:prstGeom prst="roundRect">
            <a:avLst>
              <a:gd name="adj" fmla="val 18823"/>
            </a:avLst>
          </a:prstGeom>
          <a:solidFill>
            <a:srgbClr val="F9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572085" y="3790949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C6A135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48283" y="3872865"/>
            <a:ext cx="228594" cy="21717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095947" y="3714750"/>
            <a:ext cx="4571885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196" b="1">
                <a:solidFill>
                  <a:srgbClr val="1B5E20"/>
                </a:solidFill>
              </a:rPr>
              <a:t>Consistency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95947" y="4000500"/>
            <a:ext cx="4571885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</a:rPr>
              <a:t>Unified </a:t>
            </a:r>
            <a:r>
              <a:rPr sz="1076" b="1">
                <a:solidFill>
                  <a:srgbClr val="C6A135"/>
                </a:solidFill>
              </a:rPr>
              <a:t>green/gold palette</a:t>
            </a:r>
            <a:r>
              <a:rPr sz="1076" b="0">
                <a:solidFill>
                  <a:srgbClr val="555555"/>
                </a:solidFill>
              </a:rPr>
              <a:t> throughout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29214" y="4505325"/>
            <a:ext cx="5381490" cy="809625"/>
          </a:xfrm>
          <a:prstGeom prst="roundRect">
            <a:avLst>
              <a:gd name="adj" fmla="val 18823"/>
            </a:avLst>
          </a:prstGeom>
          <a:solidFill>
            <a:srgbClr val="F9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572085" y="4714875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C6A135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668315" y="4791075"/>
            <a:ext cx="188531" cy="2286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095947" y="4648200"/>
            <a:ext cx="4571885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196" b="1">
                <a:solidFill>
                  <a:srgbClr val="1B5E20"/>
                </a:solidFill>
              </a:rPr>
              <a:t>Affordance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95947" y="4933950"/>
            <a:ext cx="4571885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</a:rPr>
              <a:t>Cards with </a:t>
            </a:r>
            <a:r>
              <a:rPr sz="1076" b="1">
                <a:solidFill>
                  <a:srgbClr val="C6A135"/>
                </a:solidFill>
              </a:rPr>
              <a:t>hover effects</a:t>
            </a:r>
            <a:r>
              <a:rPr sz="1076" b="0">
                <a:solidFill>
                  <a:srgbClr val="555555"/>
                </a:solidFill>
              </a:rPr>
              <a:t> &amp; clear action links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29214" y="5429250"/>
            <a:ext cx="5381490" cy="809625"/>
          </a:xfrm>
          <a:prstGeom prst="roundRect">
            <a:avLst>
              <a:gd name="adj" fmla="val 18823"/>
            </a:avLst>
          </a:prstGeom>
          <a:solidFill>
            <a:srgbClr val="F9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6572085" y="5638799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C6A135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648283" y="5732144"/>
            <a:ext cx="228594" cy="194309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7095947" y="5572125"/>
            <a:ext cx="4571885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196" b="1">
                <a:solidFill>
                  <a:srgbClr val="1B5E20"/>
                </a:solidFill>
              </a:rPr>
              <a:t>Visceral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95947" y="5857875"/>
            <a:ext cx="4571885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C6A135"/>
                </a:solidFill>
              </a:rPr>
              <a:t>Clean layout</a:t>
            </a:r>
            <a:r>
              <a:rPr sz="1076" b="0">
                <a:solidFill>
                  <a:srgbClr val="555555"/>
                </a:solidFill>
              </a:rPr>
              <a:t>, professional appearance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DE90CFF5-8C8A-0C4D-70C3-183448B8836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76318" y="951149"/>
            <a:ext cx="3954443" cy="578182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1239219" y="380999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C6A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382090" y="564696"/>
            <a:ext cx="285742" cy="20410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80990" y="380999"/>
            <a:ext cx="6695907" cy="4762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392" b="1">
                <a:solidFill>
                  <a:srgbClr val="1B5E20"/>
                </a:solidFill>
              </a:rPr>
              <a:t>REGISTRATION PAGE - ORIGINAL DESIGN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5806" y="1622323"/>
            <a:ext cx="5897664" cy="4166019"/>
          </a:xfrm>
          <a:prstGeom prst="roundRect">
            <a:avLst>
              <a:gd name="adj" fmla="val 2909"/>
            </a:avLst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29214" y="1238249"/>
            <a:ext cx="5381490" cy="2952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435" b="1">
                <a:solidFill>
                  <a:srgbClr val="1B5E20"/>
                </a:solidFill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1B5E20"/>
                </a:solidFill>
              </a:rPr>
              <a:t> HCI VIOLATIONS IDENTIFIED 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29214" y="1293495"/>
            <a:ext cx="228594" cy="194309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429214" y="1724024"/>
            <a:ext cx="5381490" cy="809625"/>
          </a:xfrm>
          <a:prstGeom prst="roundRect">
            <a:avLst>
              <a:gd name="adj" fmla="val 18823"/>
            </a:avLst>
          </a:prstGeom>
          <a:solidFill>
            <a:srgbClr val="F9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572085" y="1866899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C6A135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48283" y="1964531"/>
            <a:ext cx="228594" cy="18573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095947" y="1866899"/>
            <a:ext cx="4571885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196" b="1">
                <a:solidFill>
                  <a:srgbClr val="1B5E20"/>
                </a:solidFill>
              </a:rPr>
              <a:t>Visibility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95947" y="2152650"/>
            <a:ext cx="4571885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</a:rPr>
              <a:t>Wall of text, buried status message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29214" y="2676524"/>
            <a:ext cx="5381490" cy="809625"/>
          </a:xfrm>
          <a:prstGeom prst="roundRect">
            <a:avLst>
              <a:gd name="adj" fmla="val 18823"/>
            </a:avLst>
          </a:prstGeom>
          <a:solidFill>
            <a:srgbClr val="F9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572085" y="2819399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C6A135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48283" y="2912745"/>
            <a:ext cx="228594" cy="19430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095947" y="2819399"/>
            <a:ext cx="4571885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196" b="1">
                <a:solidFill>
                  <a:srgbClr val="1B5E20"/>
                </a:solidFill>
              </a:rPr>
              <a:t>Feedback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95947" y="3105149"/>
            <a:ext cx="4571885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</a:rPr>
              <a:t>No real-time validation, no loading states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29214" y="3629025"/>
            <a:ext cx="5381490" cy="809625"/>
          </a:xfrm>
          <a:prstGeom prst="roundRect">
            <a:avLst>
              <a:gd name="adj" fmla="val 18823"/>
            </a:avLst>
          </a:prstGeom>
          <a:solidFill>
            <a:srgbClr val="F9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572085" y="3771900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C6A135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48283" y="3865244"/>
            <a:ext cx="228594" cy="194309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095947" y="3771900"/>
            <a:ext cx="4571885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196" b="1">
                <a:solidFill>
                  <a:srgbClr val="1B5E20"/>
                </a:solidFill>
              </a:rPr>
              <a:t>Constraints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95947" y="4057650"/>
            <a:ext cx="4571885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</a:rPr>
              <a:t>Accepts invalid input (letters in ID field)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29214" y="4591050"/>
            <a:ext cx="5381490" cy="809625"/>
          </a:xfrm>
          <a:prstGeom prst="roundRect">
            <a:avLst>
              <a:gd name="adj" fmla="val 18823"/>
            </a:avLst>
          </a:prstGeom>
          <a:solidFill>
            <a:srgbClr val="F9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572085" y="4733925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C6A135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648283" y="4835842"/>
            <a:ext cx="228594" cy="177164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095947" y="4733925"/>
            <a:ext cx="4571885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196" b="1">
                <a:solidFill>
                  <a:srgbClr val="1B5E20"/>
                </a:solidFill>
              </a:rPr>
              <a:t>Mapping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95947" y="5019675"/>
            <a:ext cx="4571885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</a:rPr>
              <a:t>Multi-step process with no progress indicator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29214" y="5543550"/>
            <a:ext cx="5381490" cy="809625"/>
          </a:xfrm>
          <a:prstGeom prst="roundRect">
            <a:avLst>
              <a:gd name="adj" fmla="val 18823"/>
            </a:avLst>
          </a:prstGeom>
          <a:solidFill>
            <a:srgbClr val="F9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6572085" y="5686425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C6A135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648283" y="5788342"/>
            <a:ext cx="228594" cy="177164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7095947" y="5686425"/>
            <a:ext cx="4571885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196" b="1">
                <a:solidFill>
                  <a:srgbClr val="1B5E20"/>
                </a:solidFill>
              </a:rPr>
              <a:t>Learnability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95947" y="5972175"/>
            <a:ext cx="4571885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</a:rPr>
              <a:t>Must read all instructions before starting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9AA4DFBE-1340-DA20-AEA4-D533CDADF4A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3290" y="1704360"/>
            <a:ext cx="5801019" cy="401939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1239219" y="380999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C6A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382090" y="564696"/>
            <a:ext cx="285742" cy="20410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80990" y="380999"/>
            <a:ext cx="8877078" cy="4762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392" b="1">
                <a:solidFill>
                  <a:srgbClr val="1B5E20"/>
                </a:solidFill>
              </a:rPr>
              <a:t>REGISTRATION PAGE - REDESIGNED WITH SOLUTIONS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7149" y="1081549"/>
            <a:ext cx="6064812" cy="5395450"/>
          </a:xfrm>
          <a:prstGeom prst="roundRect">
            <a:avLst>
              <a:gd name="adj" fmla="val 2909"/>
            </a:avLst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29214" y="1238249"/>
            <a:ext cx="5381490" cy="2952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435" b="1">
                <a:solidFill>
                  <a:srgbClr val="1B5E20"/>
                </a:solidFill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1B5E20"/>
                </a:solidFill>
              </a:rPr>
              <a:t> SOLUTIONS APPLIED 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29214" y="1293495"/>
            <a:ext cx="228594" cy="194309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429214" y="1724024"/>
            <a:ext cx="5381490" cy="809625"/>
          </a:xfrm>
          <a:prstGeom prst="roundRect">
            <a:avLst>
              <a:gd name="adj" fmla="val 18823"/>
            </a:avLst>
          </a:prstGeom>
          <a:solidFill>
            <a:srgbClr val="F9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572085" y="1943100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C6A135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48283" y="2056447"/>
            <a:ext cx="228594" cy="15430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095947" y="1866899"/>
            <a:ext cx="4571885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196" b="1">
                <a:solidFill>
                  <a:srgbClr val="1B5E20"/>
                </a:solidFill>
              </a:rPr>
              <a:t>Visibility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95947" y="2152650"/>
            <a:ext cx="4571885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C6A135"/>
                </a:solidFill>
              </a:rPr>
              <a:t>Status banner</a:t>
            </a:r>
            <a:r>
              <a:rPr sz="1076" b="0">
                <a:solidFill>
                  <a:srgbClr val="555555"/>
                </a:solidFill>
              </a:rPr>
              <a:t> + side panel instructions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29214" y="2647949"/>
            <a:ext cx="5381490" cy="809625"/>
          </a:xfrm>
          <a:prstGeom prst="roundRect">
            <a:avLst>
              <a:gd name="adj" fmla="val 18823"/>
            </a:avLst>
          </a:prstGeom>
          <a:solidFill>
            <a:srgbClr val="F9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572085" y="2867025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C6A135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48283" y="2960370"/>
            <a:ext cx="228594" cy="19430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095947" y="2790824"/>
            <a:ext cx="4571885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196" b="1">
                <a:solidFill>
                  <a:srgbClr val="1B5E20"/>
                </a:solidFill>
              </a:rPr>
              <a:t>Feedback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95947" y="3076574"/>
            <a:ext cx="4571885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C6A135"/>
                </a:solidFill>
              </a:rPr>
              <a:t>Real-time ✓/✗</a:t>
            </a:r>
            <a:r>
              <a:rPr sz="1076" b="0">
                <a:solidFill>
                  <a:srgbClr val="555555"/>
                </a:solidFill>
              </a:rPr>
              <a:t> validation + loading spinner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29214" y="3571875"/>
            <a:ext cx="5381490" cy="809625"/>
          </a:xfrm>
          <a:prstGeom prst="roundRect">
            <a:avLst>
              <a:gd name="adj" fmla="val 18823"/>
            </a:avLst>
          </a:prstGeom>
          <a:solidFill>
            <a:srgbClr val="F9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572085" y="3790949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C6A135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48283" y="3884295"/>
            <a:ext cx="228594" cy="194309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095947" y="3714750"/>
            <a:ext cx="4571885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196" b="1">
                <a:solidFill>
                  <a:srgbClr val="1B5E20"/>
                </a:solidFill>
              </a:rPr>
              <a:t>Constraints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95947" y="4000500"/>
            <a:ext cx="4571885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C6A135"/>
                </a:solidFill>
              </a:rPr>
              <a:t>Numbers only</a:t>
            </a:r>
            <a:r>
              <a:rPr sz="1076" b="0">
                <a:solidFill>
                  <a:srgbClr val="555555"/>
                </a:solidFill>
              </a:rPr>
              <a:t>, disabled btn until valid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29214" y="4505325"/>
            <a:ext cx="5381490" cy="1028700"/>
          </a:xfrm>
          <a:prstGeom prst="roundRect">
            <a:avLst>
              <a:gd name="adj" fmla="val 14814"/>
            </a:avLst>
          </a:prstGeom>
          <a:solidFill>
            <a:srgbClr val="F9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572085" y="4829175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C6A135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648283" y="4931092"/>
            <a:ext cx="228594" cy="177164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095947" y="4648200"/>
            <a:ext cx="4571885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196" b="1">
                <a:solidFill>
                  <a:srgbClr val="1B5E20"/>
                </a:solidFill>
              </a:rPr>
              <a:t>Mapping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95947" y="4933950"/>
            <a:ext cx="4571885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C6A135"/>
                </a:solidFill>
              </a:rPr>
              <a:t>4-step progress indicator</a:t>
            </a:r>
            <a:r>
              <a:rPr sz="1076" b="0">
                <a:solidFill>
                  <a:srgbClr val="555555"/>
                </a:solidFill>
              </a:rPr>
              <a:t> with visual states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095947" y="5248275"/>
            <a:ext cx="114297" cy="114300"/>
          </a:xfrm>
          <a:prstGeom prst="roundRect">
            <a:avLst>
              <a:gd name="adj" fmla="val 50000"/>
            </a:avLst>
          </a:prstGeom>
          <a:solidFill>
            <a:srgbClr val="C6A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7353116" y="5248275"/>
            <a:ext cx="114297" cy="114300"/>
          </a:xfrm>
          <a:prstGeom prst="roundRect">
            <a:avLst>
              <a:gd name="adj" fmla="val 50000"/>
            </a:avLst>
          </a:prstGeom>
          <a:solidFill>
            <a:srgbClr val="C6A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7610284" y="5248275"/>
            <a:ext cx="114297" cy="114300"/>
          </a:xfrm>
          <a:prstGeom prst="roundRect">
            <a:avLst>
              <a:gd name="adj" fmla="val 50000"/>
            </a:avLst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7867453" y="5248275"/>
            <a:ext cx="114297" cy="114300"/>
          </a:xfrm>
          <a:prstGeom prst="roundRect">
            <a:avLst>
              <a:gd name="adj" fmla="val 50000"/>
            </a:avLst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124621" y="5219700"/>
            <a:ext cx="66673" cy="1714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555555"/>
                </a:solidFill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1790" y="5219700"/>
            <a:ext cx="66673" cy="1714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555555"/>
                </a:solidFill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38959" y="5219700"/>
            <a:ext cx="66673" cy="1714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555555"/>
                </a:solidFill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96127" y="5219700"/>
            <a:ext cx="66673" cy="1714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555555"/>
                </a:solidFill>
              </a:rPr>
              <a:t>4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29214" y="5648325"/>
            <a:ext cx="5381490" cy="809625"/>
          </a:xfrm>
          <a:prstGeom prst="roundRect">
            <a:avLst>
              <a:gd name="adj" fmla="val 18823"/>
            </a:avLst>
          </a:prstGeom>
          <a:solidFill>
            <a:srgbClr val="F9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6572085" y="5857875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C6A135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648283" y="5959792"/>
            <a:ext cx="228594" cy="177164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7095947" y="5791200"/>
            <a:ext cx="4571885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196" b="1">
                <a:solidFill>
                  <a:srgbClr val="1B5E20"/>
                </a:solidFill>
              </a:rPr>
              <a:t>Learnability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95947" y="6076950"/>
            <a:ext cx="4571885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C6A135"/>
                </a:solidFill>
              </a:rPr>
              <a:t>Self-guiding wizard</a:t>
            </a:r>
            <a:r>
              <a:rPr sz="1076" b="0">
                <a:solidFill>
                  <a:srgbClr val="555555"/>
                </a:solidFill>
              </a:rPr>
              <a:t>, one step at a time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F3A4C13-4268-7DA6-F93E-7AF6447074D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5973" y="1146162"/>
            <a:ext cx="5928851" cy="52802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1239219" y="380999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C6A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82090" y="564696"/>
            <a:ext cx="285742" cy="20410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80990" y="380999"/>
            <a:ext cx="7467413" cy="4762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392" b="1">
                <a:solidFill>
                  <a:srgbClr val="1B5E20"/>
                </a:solidFill>
              </a:rPr>
              <a:t>UPLOAD RESEARCH PAGE - ORIGINAL DESIGN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765" y="1061884"/>
            <a:ext cx="6095555" cy="5043948"/>
          </a:xfrm>
          <a:prstGeom prst="roundRect">
            <a:avLst>
              <a:gd name="adj" fmla="val 2909"/>
            </a:avLst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29214" y="1238249"/>
            <a:ext cx="5381490" cy="2952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435" b="1">
                <a:solidFill>
                  <a:srgbClr val="1B5E20"/>
                </a:solidFill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1B5E20"/>
                </a:solidFill>
              </a:rPr>
              <a:t> HCI VIOLATIONS IDENTIFIED 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29214" y="1293495"/>
            <a:ext cx="228594" cy="194309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429214" y="1724024"/>
            <a:ext cx="5381490" cy="1295399"/>
          </a:xfrm>
          <a:prstGeom prst="roundRect">
            <a:avLst>
              <a:gd name="adj" fmla="val 11764"/>
            </a:avLst>
          </a:prstGeom>
          <a:solidFill>
            <a:srgbClr val="F9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572085" y="1866899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C6A135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68315" y="1943100"/>
            <a:ext cx="188531" cy="2286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095947" y="1866899"/>
            <a:ext cx="4571885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196" b="1">
                <a:solidFill>
                  <a:srgbClr val="1B5E20"/>
                </a:solidFill>
              </a:rPr>
              <a:t>Affordance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95947" y="2152650"/>
            <a:ext cx="4571885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C6A135"/>
                </a:solidFill>
              </a:rPr>
              <a:t>Plain text field</a:t>
            </a:r>
            <a:r>
              <a:rPr sz="1076" b="0">
                <a:solidFill>
                  <a:srgbClr val="555555"/>
                </a:solidFill>
              </a:rPr>
              <a:t> - no drag-drop zone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95947" y="2390774"/>
            <a:ext cx="4571885" cy="47624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</a:rPr>
              <a:t>Mental Model mismatch: users expect drag-drop from Gmail/Drive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29214" y="3162299"/>
            <a:ext cx="5381490" cy="809625"/>
          </a:xfrm>
          <a:prstGeom prst="roundRect">
            <a:avLst>
              <a:gd name="adj" fmla="val 18823"/>
            </a:avLst>
          </a:prstGeom>
          <a:solidFill>
            <a:srgbClr val="F9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572085" y="3305174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C6A135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48283" y="3402806"/>
            <a:ext cx="228594" cy="185737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095947" y="3305174"/>
            <a:ext cx="4571885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196" b="1">
                <a:solidFill>
                  <a:srgbClr val="1B5E20"/>
                </a:solidFill>
              </a:rPr>
              <a:t>Visibility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95947" y="3590924"/>
            <a:ext cx="4571885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</a:rPr>
              <a:t>Requirements buried in </a:t>
            </a:r>
            <a:r>
              <a:rPr sz="1076" b="1">
                <a:solidFill>
                  <a:srgbClr val="C6A135"/>
                </a:solidFill>
              </a:rPr>
              <a:t>dense paragraph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29214" y="4114800"/>
            <a:ext cx="5381490" cy="809625"/>
          </a:xfrm>
          <a:prstGeom prst="roundRect">
            <a:avLst>
              <a:gd name="adj" fmla="val 18823"/>
            </a:avLst>
          </a:prstGeom>
          <a:solidFill>
            <a:srgbClr val="F9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572085" y="4257675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C6A135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648283" y="4351020"/>
            <a:ext cx="228594" cy="194309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095947" y="4257675"/>
            <a:ext cx="4571885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196" b="1">
                <a:solidFill>
                  <a:srgbClr val="1B5E20"/>
                </a:solidFill>
              </a:rPr>
              <a:t>Feedback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95947" y="4543425"/>
            <a:ext cx="4571885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C6A135"/>
                </a:solidFill>
              </a:rPr>
              <a:t>No file preview</a:t>
            </a:r>
            <a:r>
              <a:rPr sz="1076" b="0">
                <a:solidFill>
                  <a:srgbClr val="555555"/>
                </a:solidFill>
              </a:rPr>
              <a:t>, no upload progress, no success message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29214" y="5067299"/>
            <a:ext cx="5381490" cy="809625"/>
          </a:xfrm>
          <a:prstGeom prst="roundRect">
            <a:avLst>
              <a:gd name="adj" fmla="val 18823"/>
            </a:avLst>
          </a:prstGeom>
          <a:solidFill>
            <a:srgbClr val="F9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572085" y="5210174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C6A135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648283" y="5303519"/>
            <a:ext cx="228594" cy="194309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095947" y="5210174"/>
            <a:ext cx="4571885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196" b="1">
                <a:solidFill>
                  <a:srgbClr val="1B5E20"/>
                </a:solidFill>
              </a:rPr>
              <a:t>Constraints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95947" y="5495924"/>
            <a:ext cx="4571885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C6A135"/>
                </a:solidFill>
              </a:rPr>
              <a:t>No immediate validation</a:t>
            </a:r>
            <a:r>
              <a:rPr sz="1076" b="0">
                <a:solidFill>
                  <a:srgbClr val="555555"/>
                </a:solidFill>
              </a:rPr>
              <a:t> of file type/size</a:t>
            </a: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FB055BF7-0667-76CA-8AF0-81B16B31492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2643" y="1140543"/>
            <a:ext cx="5942853" cy="487957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1239219" y="380999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C6A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382090" y="564696"/>
            <a:ext cx="285742" cy="20410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80990" y="103204"/>
            <a:ext cx="9658108" cy="4762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392" b="1" dirty="0">
                <a:solidFill>
                  <a:srgbClr val="1B5E20"/>
                </a:solidFill>
              </a:rPr>
              <a:t>UPLOAD RESEARCH PAGE - REDESIGNED WITH SOLUTIONS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6812" y="1407558"/>
            <a:ext cx="6005818" cy="4136228"/>
          </a:xfrm>
          <a:prstGeom prst="roundRect">
            <a:avLst>
              <a:gd name="adj" fmla="val 2644"/>
            </a:avLst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29214" y="647937"/>
            <a:ext cx="5381490" cy="2952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435" b="1" dirty="0">
                <a:solidFill>
                  <a:srgbClr val="1B5E20"/>
                </a:solidFill>
              </a:rPr>
              <a:t> </a:t>
            </a:r>
            <a:r>
              <a:rPr sz="1104" dirty="0"/>
              <a:t>  </a:t>
            </a:r>
            <a:r>
              <a:rPr sz="1435" b="1" dirty="0">
                <a:solidFill>
                  <a:srgbClr val="1B5E20"/>
                </a:solidFill>
              </a:rPr>
              <a:t> S</a:t>
            </a:r>
            <a:r>
              <a:rPr lang="en-US" sz="1435" b="1" dirty="0">
                <a:solidFill>
                  <a:srgbClr val="1B5E20"/>
                </a:solidFill>
              </a:rPr>
              <a:t>O</a:t>
            </a:r>
            <a:r>
              <a:rPr sz="1435" b="1" dirty="0">
                <a:solidFill>
                  <a:srgbClr val="1B5E20"/>
                </a:solidFill>
              </a:rPr>
              <a:t>LUTIONS APPLIED 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29214" y="703183"/>
            <a:ext cx="228594" cy="194309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429214" y="1133712"/>
            <a:ext cx="5381490" cy="1914525"/>
          </a:xfrm>
          <a:prstGeom prst="roundRect">
            <a:avLst>
              <a:gd name="adj" fmla="val 7960"/>
            </a:avLst>
          </a:prstGeom>
          <a:solidFill>
            <a:srgbClr val="F9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572085" y="1276587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C6A135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68315" y="1352788"/>
            <a:ext cx="188531" cy="2286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095947" y="1276587"/>
            <a:ext cx="4571885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196" b="1">
                <a:solidFill>
                  <a:srgbClr val="1B5E20"/>
                </a:solidFill>
              </a:rPr>
              <a:t>Affordance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95947" y="1562338"/>
            <a:ext cx="4571885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C6A135"/>
                </a:solidFill>
              </a:rPr>
              <a:t>Drag-drop zone</a:t>
            </a:r>
            <a:r>
              <a:rPr sz="1076" b="0">
                <a:solidFill>
                  <a:srgbClr val="555555"/>
                </a:solidFill>
              </a:rPr>
              <a:t> with dashed border + icon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95947" y="1895713"/>
            <a:ext cx="4571885" cy="1009649"/>
          </a:xfrm>
          <a:prstGeom prst="roundRect">
            <a:avLst>
              <a:gd name="adj" fmla="val 15094"/>
            </a:avLst>
          </a:prstGeom>
          <a:solidFill>
            <a:srgbClr val="C6A135">
              <a:alpha val="5000"/>
            </a:srgbClr>
          </a:solidFill>
          <a:ln w="16510">
            <a:solidFill>
              <a:srgbClr val="C6A1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229494" y="2149224"/>
            <a:ext cx="304792" cy="21687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924701" y="2505313"/>
            <a:ext cx="914377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55555"/>
                </a:solidFill>
              </a:rPr>
              <a:t>Drop files here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29214" y="3162537"/>
            <a:ext cx="5381490" cy="1743075"/>
          </a:xfrm>
          <a:prstGeom prst="roundRect">
            <a:avLst>
              <a:gd name="adj" fmla="val 8743"/>
            </a:avLst>
          </a:prstGeom>
          <a:solidFill>
            <a:srgbClr val="F9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572085" y="3305412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C6A135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48283" y="3418760"/>
            <a:ext cx="228594" cy="15430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095947" y="3305412"/>
            <a:ext cx="4571885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196" b="1">
                <a:solidFill>
                  <a:srgbClr val="1B5E20"/>
                </a:solidFill>
              </a:rPr>
              <a:t>Visibility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95947" y="3591162"/>
            <a:ext cx="4571885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C6A135"/>
                </a:solidFill>
              </a:rPr>
              <a:t>Checkbox checklist</a:t>
            </a:r>
            <a:r>
              <a:rPr sz="1076" b="0">
                <a:solidFill>
                  <a:srgbClr val="555555"/>
                </a:solidFill>
              </a:rPr>
              <a:t> in side panel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095947" y="3950255"/>
            <a:ext cx="228594" cy="17716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400739" y="3943588"/>
            <a:ext cx="1019149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33333"/>
                </a:solidFill>
              </a:rPr>
              <a:t>PDF format only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095947" y="4255055"/>
            <a:ext cx="228594" cy="17716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400739" y="4248387"/>
            <a:ext cx="1466813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33333"/>
                </a:solidFill>
              </a:rPr>
              <a:t>Maximum file size: 5MB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095947" y="4559855"/>
            <a:ext cx="228594" cy="177164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400739" y="4553188"/>
            <a:ext cx="1790655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33333"/>
                </a:solidFill>
              </a:rPr>
              <a:t>Include all required sections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29214" y="5019912"/>
            <a:ext cx="5381490" cy="809625"/>
          </a:xfrm>
          <a:prstGeom prst="roundRect">
            <a:avLst>
              <a:gd name="adj" fmla="val 18823"/>
            </a:avLst>
          </a:prstGeom>
          <a:solidFill>
            <a:srgbClr val="F9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6572085" y="5162787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C6A135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648283" y="5256132"/>
            <a:ext cx="228594" cy="194309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7095947" y="5162787"/>
            <a:ext cx="4571885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196" b="1">
                <a:solidFill>
                  <a:srgbClr val="1B5E20"/>
                </a:solidFill>
              </a:rPr>
              <a:t>Feedback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95947" y="5448537"/>
            <a:ext cx="4571885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C6A135"/>
                </a:solidFill>
              </a:rPr>
              <a:t>File preview</a:t>
            </a:r>
            <a:r>
              <a:rPr sz="1076" b="0">
                <a:solidFill>
                  <a:srgbClr val="555555"/>
                </a:solidFill>
              </a:rPr>
              <a:t> + loading + success screen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29214" y="5953363"/>
            <a:ext cx="5381490" cy="809625"/>
          </a:xfrm>
          <a:prstGeom prst="roundRect">
            <a:avLst>
              <a:gd name="adj" fmla="val 18823"/>
            </a:avLst>
          </a:prstGeom>
          <a:solidFill>
            <a:srgbClr val="F9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6572085" y="6096238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C6A135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648283" y="6189583"/>
            <a:ext cx="228594" cy="194309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7095947" y="6096238"/>
            <a:ext cx="4571885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196" b="1">
                <a:solidFill>
                  <a:srgbClr val="1B5E20"/>
                </a:solidFill>
              </a:rPr>
              <a:t>Constraints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95947" y="6381988"/>
            <a:ext cx="4571885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C6A135"/>
                </a:solidFill>
              </a:rPr>
              <a:t>Instant rejection</a:t>
            </a:r>
            <a:r>
              <a:rPr sz="1076" b="0">
                <a:solidFill>
                  <a:srgbClr val="555555"/>
                </a:solidFill>
              </a:rPr>
              <a:t> of wrong type/size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5A6759C-30A3-52E5-827C-763FD98404E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5437" y="1514712"/>
            <a:ext cx="5838720" cy="393573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1239219" y="380999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C6A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382090" y="544285"/>
            <a:ext cx="285742" cy="2449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80990" y="380999"/>
            <a:ext cx="5143371" cy="4762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392" b="1">
                <a:solidFill>
                  <a:srgbClr val="1B5E20"/>
                </a:solidFill>
              </a:rPr>
              <a:t>EXAM PAGE - ORIGINAL DESIGN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7483" y="1612490"/>
            <a:ext cx="6035315" cy="4198376"/>
          </a:xfrm>
          <a:prstGeom prst="roundRect">
            <a:avLst>
              <a:gd name="adj" fmla="val 2909"/>
            </a:avLst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29214" y="1238249"/>
            <a:ext cx="5381490" cy="2952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435" b="1">
                <a:solidFill>
                  <a:srgbClr val="1B5E20"/>
                </a:solidFill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1B5E20"/>
                </a:solidFill>
              </a:rPr>
              <a:t> HCI VIOLATIONS IDENTIFIED 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29214" y="1293495"/>
            <a:ext cx="228594" cy="194309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429214" y="1724024"/>
            <a:ext cx="5381490" cy="809625"/>
          </a:xfrm>
          <a:prstGeom prst="roundRect">
            <a:avLst>
              <a:gd name="adj" fmla="val 18823"/>
            </a:avLst>
          </a:prstGeom>
          <a:solidFill>
            <a:srgbClr val="F9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572085" y="1866899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C6A135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48283" y="1964531"/>
            <a:ext cx="228594" cy="18573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095947" y="1866899"/>
            <a:ext cx="4571885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196" b="1">
                <a:solidFill>
                  <a:srgbClr val="1B5E20"/>
                </a:solidFill>
              </a:rPr>
              <a:t>Visibility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95947" y="2152650"/>
            <a:ext cx="4571885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</a:rPr>
              <a:t>Exam info (</a:t>
            </a:r>
            <a:r>
              <a:rPr sz="1076" b="1">
                <a:solidFill>
                  <a:srgbClr val="C6A135"/>
                </a:solidFill>
              </a:rPr>
              <a:t>50 questions, 50 min</a:t>
            </a:r>
            <a:r>
              <a:rPr sz="1076" b="0">
                <a:solidFill>
                  <a:srgbClr val="555555"/>
                </a:solidFill>
              </a:rPr>
              <a:t>) buried in text list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29214" y="2676524"/>
            <a:ext cx="5381490" cy="809625"/>
          </a:xfrm>
          <a:prstGeom prst="roundRect">
            <a:avLst>
              <a:gd name="adj" fmla="val 18823"/>
            </a:avLst>
          </a:prstGeom>
          <a:solidFill>
            <a:srgbClr val="F9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572085" y="2819399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C6A135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48283" y="2912745"/>
            <a:ext cx="228594" cy="19430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095947" y="2819399"/>
            <a:ext cx="4571885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196" b="1">
                <a:solidFill>
                  <a:srgbClr val="1B5E20"/>
                </a:solidFill>
              </a:rPr>
              <a:t>Feedback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95947" y="3105149"/>
            <a:ext cx="4571885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C6A135"/>
                </a:solidFill>
              </a:rPr>
              <a:t>No validation</a:t>
            </a:r>
            <a:r>
              <a:rPr sz="1076" b="0">
                <a:solidFill>
                  <a:srgbClr val="555555"/>
                </a:solidFill>
              </a:rPr>
              <a:t> on inputs, no loading state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29214" y="3629025"/>
            <a:ext cx="5381490" cy="809625"/>
          </a:xfrm>
          <a:prstGeom prst="roundRect">
            <a:avLst>
              <a:gd name="adj" fmla="val 18823"/>
            </a:avLst>
          </a:prstGeom>
          <a:solidFill>
            <a:srgbClr val="F9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572085" y="3771900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C6A135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68315" y="3848099"/>
            <a:ext cx="188531" cy="2286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095947" y="3771900"/>
            <a:ext cx="4571885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196" b="1">
                <a:solidFill>
                  <a:srgbClr val="1B5E20"/>
                </a:solidFill>
              </a:rPr>
              <a:t>Affordance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95947" y="4057650"/>
            <a:ext cx="4571885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C6A135"/>
                </a:solidFill>
              </a:rPr>
              <a:t>Plain form</a:t>
            </a:r>
            <a:r>
              <a:rPr sz="1076" b="0">
                <a:solidFill>
                  <a:srgbClr val="555555"/>
                </a:solidFill>
              </a:rPr>
              <a:t>, video link is just text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29214" y="4591050"/>
            <a:ext cx="5381490" cy="1047749"/>
          </a:xfrm>
          <a:prstGeom prst="roundRect">
            <a:avLst>
              <a:gd name="adj" fmla="val 14545"/>
            </a:avLst>
          </a:prstGeom>
          <a:solidFill>
            <a:srgbClr val="F9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572085" y="4733925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C6A135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648283" y="4815840"/>
            <a:ext cx="228594" cy="21717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095947" y="4733925"/>
            <a:ext cx="4571885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196" b="1">
                <a:solidFill>
                  <a:srgbClr val="1B5E20"/>
                </a:solidFill>
              </a:rPr>
              <a:t>Safety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95947" y="5019675"/>
            <a:ext cx="4571885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</a:rPr>
              <a:t>Pre-exam checklist is </a:t>
            </a:r>
            <a:r>
              <a:rPr sz="1076" b="1">
                <a:solidFill>
                  <a:srgbClr val="C6A135"/>
                </a:solidFill>
              </a:rPr>
              <a:t>plain text</a:t>
            </a:r>
            <a:r>
              <a:rPr sz="1076" b="0">
                <a:solidFill>
                  <a:srgbClr val="555555"/>
                </a:solidFill>
              </a:rPr>
              <a:t> - easy to skip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95947" y="5257800"/>
            <a:ext cx="4571885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</a:rPr>
              <a:t>Important warnings not prominent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A210094E-7234-F1B8-1C53-9C9C1F6B585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1971" y="1724025"/>
            <a:ext cx="5892028" cy="396830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1239219" y="380999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C6A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382090" y="544285"/>
            <a:ext cx="285742" cy="2449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80990" y="380999"/>
            <a:ext cx="7334066" cy="4762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392" b="1">
                <a:solidFill>
                  <a:srgbClr val="1B5E20"/>
                </a:solidFill>
              </a:rPr>
              <a:t>EXAM PAGE - REDESIGNED WITH SOLUTIONS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5509" y="883674"/>
            <a:ext cx="5619302" cy="5898529"/>
          </a:xfrm>
          <a:prstGeom prst="roundRect">
            <a:avLst>
              <a:gd name="adj" fmla="val 2644"/>
            </a:avLst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29214" y="1238249"/>
            <a:ext cx="5381490" cy="2952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435" b="1">
                <a:solidFill>
                  <a:srgbClr val="1B5E20"/>
                </a:solidFill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1B5E20"/>
                </a:solidFill>
              </a:rPr>
              <a:t> SOLUTIONS APPLIED 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29214" y="1293495"/>
            <a:ext cx="228594" cy="194309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429214" y="1724025"/>
            <a:ext cx="5381490" cy="809626"/>
          </a:xfrm>
          <a:prstGeom prst="roundRect">
            <a:avLst>
              <a:gd name="adj" fmla="val 10457"/>
            </a:avLst>
          </a:prstGeom>
          <a:solidFill>
            <a:srgbClr val="F9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572085" y="1866899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C6A135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48283" y="1980247"/>
            <a:ext cx="228594" cy="15430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095947" y="1866899"/>
            <a:ext cx="4571885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196" b="1">
                <a:solidFill>
                  <a:srgbClr val="1B5E20"/>
                </a:solidFill>
              </a:rPr>
              <a:t>Visibility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95947" y="2152650"/>
            <a:ext cx="4571885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C6A135"/>
                </a:solidFill>
              </a:rPr>
              <a:t>Visual stat cards</a:t>
            </a:r>
            <a:r>
              <a:rPr sz="1076" b="0">
                <a:solidFill>
                  <a:srgbClr val="555555"/>
                </a:solidFill>
              </a:rPr>
              <a:t> for exam info</a:t>
            </a: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E6FC32CB-1F9F-3CD1-1BB4-D00F4A289C18}"/>
              </a:ext>
            </a:extLst>
          </p:cNvPr>
          <p:cNvGrpSpPr/>
          <p:nvPr/>
        </p:nvGrpSpPr>
        <p:grpSpPr>
          <a:xfrm>
            <a:off x="6429214" y="2646999"/>
            <a:ext cx="5381490" cy="3513582"/>
            <a:chOff x="6429214" y="3295650"/>
            <a:chExt cx="5381490" cy="3513582"/>
          </a:xfrm>
        </p:grpSpPr>
        <p:sp>
          <p:nvSpPr>
            <p:cNvPr id="25" name="Rounded Rectangle 24"/>
            <p:cNvSpPr/>
            <p:nvPr/>
          </p:nvSpPr>
          <p:spPr>
            <a:xfrm>
              <a:off x="6429214" y="3295650"/>
              <a:ext cx="5381490" cy="809625"/>
            </a:xfrm>
            <a:prstGeom prst="roundRect">
              <a:avLst>
                <a:gd name="adj" fmla="val 18823"/>
              </a:avLst>
            </a:prstGeom>
            <a:solidFill>
              <a:srgbClr val="F9F9F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6572085" y="3438525"/>
              <a:ext cx="380990" cy="380999"/>
            </a:xfrm>
            <a:prstGeom prst="roundRect">
              <a:avLst>
                <a:gd name="adj" fmla="val 50000"/>
              </a:avLst>
            </a:prstGeom>
            <a:solidFill>
              <a:srgbClr val="C6A135">
                <a:alpha val="10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27" name="Picture 26" descr="image.png"/>
            <p:cNvPicPr>
              <a:picLocks noChangeAspect="1"/>
            </p:cNvPicPr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648283" y="3531870"/>
              <a:ext cx="228594" cy="194309"/>
            </a:xfrm>
            <a:prstGeom prst="rect">
              <a:avLst/>
            </a:prstGeom>
          </p:spPr>
        </p:pic>
        <p:sp>
          <p:nvSpPr>
            <p:cNvPr id="28" name="TextBox 27"/>
            <p:cNvSpPr txBox="1"/>
            <p:nvPr/>
          </p:nvSpPr>
          <p:spPr>
            <a:xfrm>
              <a:off x="7095947" y="3438525"/>
              <a:ext cx="4571885" cy="23812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325"/>
                </a:spcAft>
              </a:pPr>
              <a:r>
                <a:rPr sz="1196" b="1">
                  <a:solidFill>
                    <a:srgbClr val="1B5E20"/>
                  </a:solidFill>
                </a:rPr>
                <a:t>Feedback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7095947" y="3724274"/>
              <a:ext cx="4571885" cy="23812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lnSpc>
                  <a:spcPts val="162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76" b="1">
                  <a:solidFill>
                    <a:srgbClr val="C6A135"/>
                  </a:solidFill>
                </a:rPr>
                <a:t>Real-time validation</a:t>
              </a:r>
              <a:r>
                <a:rPr sz="1076" b="0">
                  <a:solidFill>
                    <a:srgbClr val="555555"/>
                  </a:solidFill>
                </a:rPr>
                <a:t> + loading states</a:t>
              </a:r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6429214" y="4219575"/>
              <a:ext cx="5381490" cy="809625"/>
            </a:xfrm>
            <a:prstGeom prst="roundRect">
              <a:avLst>
                <a:gd name="adj" fmla="val 18823"/>
              </a:avLst>
            </a:prstGeom>
            <a:solidFill>
              <a:srgbClr val="F9F9F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6572085" y="4362450"/>
              <a:ext cx="380990" cy="380999"/>
            </a:xfrm>
            <a:prstGeom prst="roundRect">
              <a:avLst>
                <a:gd name="adj" fmla="val 50000"/>
              </a:avLst>
            </a:prstGeom>
            <a:solidFill>
              <a:srgbClr val="C6A135">
                <a:alpha val="10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32" name="Picture 31" descr="image.png"/>
            <p:cNvPicPr>
              <a:picLocks noChangeAspect="1"/>
            </p:cNvPicPr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6668315" y="4438649"/>
              <a:ext cx="188531" cy="228600"/>
            </a:xfrm>
            <a:prstGeom prst="rect">
              <a:avLst/>
            </a:prstGeom>
          </p:spPr>
        </p:pic>
        <p:sp>
          <p:nvSpPr>
            <p:cNvPr id="33" name="TextBox 32"/>
            <p:cNvSpPr txBox="1"/>
            <p:nvPr/>
          </p:nvSpPr>
          <p:spPr>
            <a:xfrm>
              <a:off x="7095947" y="4362450"/>
              <a:ext cx="4571885" cy="23812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325"/>
                </a:spcAft>
              </a:pPr>
              <a:r>
                <a:rPr sz="1196" b="1">
                  <a:solidFill>
                    <a:srgbClr val="1B5E20"/>
                  </a:solidFill>
                </a:rPr>
                <a:t>Affordance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7095947" y="4648200"/>
              <a:ext cx="4571885" cy="23812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lnSpc>
                  <a:spcPts val="162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76" b="1">
                  <a:solidFill>
                    <a:srgbClr val="C6A135"/>
                  </a:solidFill>
                </a:rPr>
                <a:t>Card-based form</a:t>
              </a:r>
              <a:r>
                <a:rPr sz="1076" b="0">
                  <a:solidFill>
                    <a:srgbClr val="555555"/>
                  </a:solidFill>
                </a:rPr>
                <a:t>, clear "Start Exam" button</a:t>
              </a:r>
            </a:p>
          </p:txBody>
        </p:sp>
        <p:sp>
          <p:nvSpPr>
            <p:cNvPr id="35" name="Rounded Rectangle 34"/>
            <p:cNvSpPr/>
            <p:nvPr/>
          </p:nvSpPr>
          <p:spPr>
            <a:xfrm>
              <a:off x="6429214" y="5153025"/>
              <a:ext cx="5381490" cy="1656207"/>
            </a:xfrm>
            <a:prstGeom prst="roundRect">
              <a:avLst>
                <a:gd name="adj" fmla="val 7339"/>
              </a:avLst>
            </a:prstGeom>
            <a:solidFill>
              <a:srgbClr val="F9F9F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" name="Rounded Rectangle 35"/>
            <p:cNvSpPr/>
            <p:nvPr/>
          </p:nvSpPr>
          <p:spPr>
            <a:xfrm>
              <a:off x="6572085" y="5295899"/>
              <a:ext cx="380990" cy="380999"/>
            </a:xfrm>
            <a:prstGeom prst="roundRect">
              <a:avLst>
                <a:gd name="adj" fmla="val 50000"/>
              </a:avLst>
            </a:prstGeom>
            <a:solidFill>
              <a:srgbClr val="C6A135">
                <a:alpha val="10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37" name="Picture 36" descr="image.png"/>
            <p:cNvPicPr>
              <a:picLocks noChangeAspect="1"/>
            </p:cNvPicPr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6648283" y="5377815"/>
              <a:ext cx="228594" cy="217170"/>
            </a:xfrm>
            <a:prstGeom prst="rect">
              <a:avLst/>
            </a:prstGeom>
          </p:spPr>
        </p:pic>
        <p:sp>
          <p:nvSpPr>
            <p:cNvPr id="38" name="TextBox 37"/>
            <p:cNvSpPr txBox="1"/>
            <p:nvPr/>
          </p:nvSpPr>
          <p:spPr>
            <a:xfrm>
              <a:off x="7095947" y="5295899"/>
              <a:ext cx="4571885" cy="23812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325"/>
                </a:spcAft>
              </a:pPr>
              <a:r>
                <a:rPr sz="1196" b="1">
                  <a:solidFill>
                    <a:srgbClr val="1B5E20"/>
                  </a:solidFill>
                </a:rPr>
                <a:t>Safety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7095947" y="5581649"/>
              <a:ext cx="4571885" cy="23812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lnSpc>
                  <a:spcPts val="162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76" b="1">
                  <a:solidFill>
                    <a:srgbClr val="C6A135"/>
                  </a:solidFill>
                </a:rPr>
                <a:t>Pre-exam checklist</a:t>
              </a:r>
              <a:r>
                <a:rPr sz="1076" b="0">
                  <a:solidFill>
                    <a:srgbClr val="555555"/>
                  </a:solidFill>
                </a:rPr>
                <a:t> with ✓ icons</a:t>
              </a:r>
            </a:p>
          </p:txBody>
        </p:sp>
        <p:pic>
          <p:nvPicPr>
            <p:cNvPr id="40" name="Picture 39" descr="image.png"/>
            <p:cNvPicPr>
              <a:picLocks noChangeAspect="1"/>
            </p:cNvPicPr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7095947" y="5913119"/>
              <a:ext cx="228594" cy="194309"/>
            </a:xfrm>
            <a:prstGeom prst="rect">
              <a:avLst/>
            </a:prstGeom>
          </p:spPr>
        </p:pic>
        <p:sp>
          <p:nvSpPr>
            <p:cNvPr id="41" name="TextBox 40"/>
            <p:cNvSpPr txBox="1"/>
            <p:nvPr/>
          </p:nvSpPr>
          <p:spPr>
            <a:xfrm>
              <a:off x="7400739" y="5915025"/>
              <a:ext cx="1685882" cy="190499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956" b="0">
                  <a:solidFill>
                    <a:srgbClr val="333333"/>
                  </a:solidFill>
                </a:rPr>
                <a:t>Stable internet connection</a:t>
              </a:r>
            </a:p>
          </p:txBody>
        </p:sp>
        <p:pic>
          <p:nvPicPr>
            <p:cNvPr id="42" name="Picture 41" descr="image.png"/>
            <p:cNvPicPr>
              <a:picLocks noChangeAspect="1"/>
            </p:cNvPicPr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7095947" y="6217919"/>
              <a:ext cx="228594" cy="194309"/>
            </a:xfrm>
            <a:prstGeom prst="rect">
              <a:avLst/>
            </a:prstGeom>
          </p:spPr>
        </p:pic>
        <p:sp>
          <p:nvSpPr>
            <p:cNvPr id="43" name="TextBox 42"/>
            <p:cNvSpPr txBox="1"/>
            <p:nvPr/>
          </p:nvSpPr>
          <p:spPr>
            <a:xfrm>
              <a:off x="7400739" y="6219825"/>
              <a:ext cx="1200119" cy="190499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956" b="0">
                  <a:solidFill>
                    <a:srgbClr val="333333"/>
                  </a:solidFill>
                </a:rPr>
                <a:t>Quiet environment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7095947" y="6429375"/>
              <a:ext cx="4571885" cy="23812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lnSpc>
                  <a:spcPts val="162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76" b="1">
                  <a:solidFill>
                    <a:srgbClr val="C6A135"/>
                  </a:solidFill>
                </a:rPr>
                <a:t>Warning tip cards</a:t>
              </a:r>
              <a:r>
                <a:rPr sz="1076" b="0">
                  <a:solidFill>
                    <a:srgbClr val="555555"/>
                  </a:solidFill>
                </a:rPr>
                <a:t> for important rules</a:t>
              </a:r>
            </a:p>
          </p:txBody>
        </p: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01552B00-624C-9870-F3E9-147DCAA9427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9794" y="952499"/>
            <a:ext cx="5381292" cy="574924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1239219" y="380999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C6A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382090" y="555948"/>
            <a:ext cx="285742" cy="22160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80990" y="380999"/>
            <a:ext cx="5686282" cy="4762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392" b="1">
                <a:solidFill>
                  <a:srgbClr val="1B5E20"/>
                </a:solidFill>
              </a:rPr>
              <a:t>RESULTS PAGE - ORIGINAL DESIGN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2392" y="1486650"/>
            <a:ext cx="5969566" cy="4882121"/>
          </a:xfrm>
          <a:prstGeom prst="roundRect">
            <a:avLst>
              <a:gd name="adj" fmla="val 2725"/>
            </a:avLst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9160B212-025A-C1FE-0707-896A278CCE34}"/>
              </a:ext>
            </a:extLst>
          </p:cNvPr>
          <p:cNvGrpSpPr/>
          <p:nvPr/>
        </p:nvGrpSpPr>
        <p:grpSpPr>
          <a:xfrm>
            <a:off x="6429214" y="1238249"/>
            <a:ext cx="5381490" cy="5448299"/>
            <a:chOff x="6429214" y="1238249"/>
            <a:chExt cx="5381490" cy="5591176"/>
          </a:xfrm>
        </p:grpSpPr>
        <p:sp>
          <p:nvSpPr>
            <p:cNvPr id="9" name="TextBox 8"/>
            <p:cNvSpPr txBox="1"/>
            <p:nvPr/>
          </p:nvSpPr>
          <p:spPr>
            <a:xfrm>
              <a:off x="6429214" y="1238249"/>
              <a:ext cx="5381490" cy="29527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1300"/>
                </a:spcAft>
              </a:pPr>
              <a:r>
                <a:rPr sz="1435" b="1">
                  <a:solidFill>
                    <a:srgbClr val="1B5E20"/>
                  </a:solidFill>
                </a:rPr>
                <a:t> </a:t>
              </a:r>
              <a:r>
                <a:rPr sz="1104"/>
                <a:t>  </a:t>
              </a:r>
              <a:r>
                <a:rPr sz="1435" b="1">
                  <a:solidFill>
                    <a:srgbClr val="1B5E20"/>
                  </a:solidFill>
                </a:rPr>
                <a:t> HCI VIOLATIONS IDENTIFIED </a:t>
              </a:r>
            </a:p>
          </p:txBody>
        </p:sp>
        <p:pic>
          <p:nvPicPr>
            <p:cNvPr id="10" name="Picture 9" descr="image.png"/>
            <p:cNvPicPr>
              <a:picLocks noChangeAspect="1"/>
            </p:cNvPicPr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429214" y="1293495"/>
              <a:ext cx="228594" cy="194309"/>
            </a:xfrm>
            <a:prstGeom prst="rect">
              <a:avLst/>
            </a:prstGeom>
          </p:spPr>
        </p:pic>
        <p:sp>
          <p:nvSpPr>
            <p:cNvPr id="11" name="Rounded Rectangle 10"/>
            <p:cNvSpPr/>
            <p:nvPr/>
          </p:nvSpPr>
          <p:spPr>
            <a:xfrm>
              <a:off x="6429214" y="1724024"/>
              <a:ext cx="5381490" cy="1295399"/>
            </a:xfrm>
            <a:prstGeom prst="roundRect">
              <a:avLst>
                <a:gd name="adj" fmla="val 11764"/>
              </a:avLst>
            </a:prstGeom>
            <a:solidFill>
              <a:srgbClr val="F9F9F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6572085" y="1866899"/>
              <a:ext cx="380990" cy="380999"/>
            </a:xfrm>
            <a:prstGeom prst="roundRect">
              <a:avLst>
                <a:gd name="adj" fmla="val 50000"/>
              </a:avLst>
            </a:prstGeom>
            <a:solidFill>
              <a:srgbClr val="C6A135">
                <a:alpha val="10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13" name="Picture 12" descr="image.png"/>
            <p:cNvPicPr>
              <a:picLocks noChangeAspect="1"/>
            </p:cNvPicPr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648283" y="1960244"/>
              <a:ext cx="228594" cy="194309"/>
            </a:xfrm>
            <a:prstGeom prst="rect">
              <a:avLst/>
            </a:prstGeom>
          </p:spPr>
        </p:pic>
        <p:sp>
          <p:nvSpPr>
            <p:cNvPr id="14" name="TextBox 13"/>
            <p:cNvSpPr txBox="1"/>
            <p:nvPr/>
          </p:nvSpPr>
          <p:spPr>
            <a:xfrm>
              <a:off x="7095947" y="1866899"/>
              <a:ext cx="4571885" cy="23812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325"/>
                </a:spcAft>
              </a:pPr>
              <a:r>
                <a:rPr sz="1196" b="1">
                  <a:solidFill>
                    <a:srgbClr val="1B5E20"/>
                  </a:solidFill>
                </a:rPr>
                <a:t>Feedback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7095947" y="2152650"/>
              <a:ext cx="4571885" cy="23812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lnSpc>
                  <a:spcPts val="162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76" b="1">
                  <a:solidFill>
                    <a:srgbClr val="C6A135"/>
                  </a:solidFill>
                </a:rPr>
                <a:t>No validation</a:t>
              </a:r>
              <a:r>
                <a:rPr sz="1076" b="0">
                  <a:solidFill>
                    <a:srgbClr val="555555"/>
                  </a:solidFill>
                </a:rPr>
                <a:t> while typing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7095947" y="2390774"/>
              <a:ext cx="4571885" cy="23812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lnSpc>
                  <a:spcPts val="162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76" b="1">
                  <a:solidFill>
                    <a:srgbClr val="C6A135"/>
                  </a:solidFill>
                </a:rPr>
                <a:t>Meaningless progress bars</a:t>
              </a:r>
              <a:r>
                <a:rPr sz="1076" b="0">
                  <a:solidFill>
                    <a:srgbClr val="555555"/>
                  </a:solidFill>
                </a:rPr>
                <a:t>, no loading state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7095947" y="2638425"/>
              <a:ext cx="1600159" cy="21907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lnSpc>
                  <a:spcPts val="162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76" b="1">
                  <a:solidFill>
                    <a:srgbClr val="C6A135"/>
                  </a:solidFill>
                </a:rPr>
                <a:t>Unclear result display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6429214" y="3162299"/>
              <a:ext cx="5381490" cy="809625"/>
            </a:xfrm>
            <a:prstGeom prst="roundRect">
              <a:avLst>
                <a:gd name="adj" fmla="val 18823"/>
              </a:avLst>
            </a:prstGeom>
            <a:solidFill>
              <a:srgbClr val="F9F9F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6572085" y="3305174"/>
              <a:ext cx="380990" cy="380999"/>
            </a:xfrm>
            <a:prstGeom prst="roundRect">
              <a:avLst>
                <a:gd name="adj" fmla="val 50000"/>
              </a:avLst>
            </a:prstGeom>
            <a:solidFill>
              <a:srgbClr val="C6A135">
                <a:alpha val="10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20" name="Picture 19" descr="image.png"/>
            <p:cNvPicPr>
              <a:picLocks noChangeAspect="1"/>
            </p:cNvPicPr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648283" y="3402806"/>
              <a:ext cx="228594" cy="185737"/>
            </a:xfrm>
            <a:prstGeom prst="rect">
              <a:avLst/>
            </a:prstGeom>
          </p:spPr>
        </p:pic>
        <p:sp>
          <p:nvSpPr>
            <p:cNvPr id="21" name="TextBox 20"/>
            <p:cNvSpPr txBox="1"/>
            <p:nvPr/>
          </p:nvSpPr>
          <p:spPr>
            <a:xfrm>
              <a:off x="7095947" y="3305174"/>
              <a:ext cx="4571885" cy="23812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325"/>
                </a:spcAft>
              </a:pPr>
              <a:r>
                <a:rPr sz="1196" b="1">
                  <a:solidFill>
                    <a:srgbClr val="1B5E20"/>
                  </a:solidFill>
                </a:rPr>
                <a:t>Visibility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7095947" y="3590924"/>
              <a:ext cx="4571885" cy="23812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lnSpc>
                  <a:spcPts val="162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76" b="0">
                  <a:solidFill>
                    <a:srgbClr val="555555"/>
                  </a:solidFill>
                </a:rPr>
                <a:t>Instructions as </a:t>
              </a:r>
              <a:r>
                <a:rPr sz="1076" b="1">
                  <a:solidFill>
                    <a:srgbClr val="C6A135"/>
                  </a:solidFill>
                </a:rPr>
                <a:t>wall of text</a:t>
              </a:r>
              <a:r>
                <a:rPr sz="1076" b="0">
                  <a:solidFill>
                    <a:srgbClr val="555555"/>
                  </a:solidFill>
                </a:rPr>
                <a:t> above form</a:t>
              </a: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6429214" y="4114800"/>
              <a:ext cx="5381490" cy="809625"/>
            </a:xfrm>
            <a:prstGeom prst="roundRect">
              <a:avLst>
                <a:gd name="adj" fmla="val 18823"/>
              </a:avLst>
            </a:prstGeom>
            <a:solidFill>
              <a:srgbClr val="F9F9F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6572085" y="4257675"/>
              <a:ext cx="380990" cy="380999"/>
            </a:xfrm>
            <a:prstGeom prst="roundRect">
              <a:avLst>
                <a:gd name="adj" fmla="val 50000"/>
              </a:avLst>
            </a:prstGeom>
            <a:solidFill>
              <a:srgbClr val="C6A135">
                <a:alpha val="10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25" name="Picture 24" descr="image.png"/>
            <p:cNvPicPr>
              <a:picLocks noChangeAspect="1"/>
            </p:cNvPicPr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6668315" y="4333875"/>
              <a:ext cx="188531" cy="228600"/>
            </a:xfrm>
            <a:prstGeom prst="rect">
              <a:avLst/>
            </a:prstGeom>
          </p:spPr>
        </p:pic>
        <p:sp>
          <p:nvSpPr>
            <p:cNvPr id="26" name="TextBox 25"/>
            <p:cNvSpPr txBox="1"/>
            <p:nvPr/>
          </p:nvSpPr>
          <p:spPr>
            <a:xfrm>
              <a:off x="7095947" y="4257675"/>
              <a:ext cx="4571885" cy="23812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325"/>
                </a:spcAft>
              </a:pPr>
              <a:r>
                <a:rPr sz="1196" b="1">
                  <a:solidFill>
                    <a:srgbClr val="1B5E20"/>
                  </a:solidFill>
                </a:rPr>
                <a:t>Affordance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7095947" y="4543425"/>
              <a:ext cx="4571885" cy="23812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lnSpc>
                  <a:spcPts val="162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76" b="1">
                  <a:solidFill>
                    <a:srgbClr val="C6A135"/>
                  </a:solidFill>
                </a:rPr>
                <a:t>Plain input field</a:t>
              </a:r>
              <a:r>
                <a:rPr sz="1076" b="0">
                  <a:solidFill>
                    <a:srgbClr val="555555"/>
                  </a:solidFill>
                </a:rPr>
                <a:t>, unclear button</a:t>
              </a:r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6429214" y="5067299"/>
              <a:ext cx="5381490" cy="809625"/>
            </a:xfrm>
            <a:prstGeom prst="roundRect">
              <a:avLst>
                <a:gd name="adj" fmla="val 18823"/>
              </a:avLst>
            </a:prstGeom>
            <a:solidFill>
              <a:srgbClr val="F9F9F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6572085" y="5210174"/>
              <a:ext cx="380990" cy="380999"/>
            </a:xfrm>
            <a:prstGeom prst="roundRect">
              <a:avLst>
                <a:gd name="adj" fmla="val 50000"/>
              </a:avLst>
            </a:prstGeom>
            <a:solidFill>
              <a:srgbClr val="C6A135">
                <a:alpha val="10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30" name="Picture 29" descr="image.png"/>
            <p:cNvPicPr>
              <a:picLocks noChangeAspect="1"/>
            </p:cNvPicPr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6648283" y="5303519"/>
              <a:ext cx="228594" cy="194309"/>
            </a:xfrm>
            <a:prstGeom prst="rect">
              <a:avLst/>
            </a:prstGeom>
          </p:spPr>
        </p:pic>
        <p:sp>
          <p:nvSpPr>
            <p:cNvPr id="31" name="TextBox 30"/>
            <p:cNvSpPr txBox="1"/>
            <p:nvPr/>
          </p:nvSpPr>
          <p:spPr>
            <a:xfrm>
              <a:off x="7095947" y="5210174"/>
              <a:ext cx="4571885" cy="23812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325"/>
                </a:spcAft>
              </a:pPr>
              <a:r>
                <a:rPr sz="1196" b="1">
                  <a:solidFill>
                    <a:srgbClr val="1B5E20"/>
                  </a:solidFill>
                </a:rPr>
                <a:t>Constraints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7095947" y="5495924"/>
              <a:ext cx="4571885" cy="23812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lnSpc>
                  <a:spcPts val="162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76" b="1">
                  <a:solidFill>
                    <a:srgbClr val="C6A135"/>
                  </a:solidFill>
                </a:rPr>
                <a:t>Accepts letters</a:t>
              </a:r>
              <a:r>
                <a:rPr sz="1076" b="0">
                  <a:solidFill>
                    <a:srgbClr val="555555"/>
                  </a:solidFill>
                </a:rPr>
                <a:t> in National ID field</a:t>
              </a:r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6429214" y="6019800"/>
              <a:ext cx="5381490" cy="809625"/>
            </a:xfrm>
            <a:prstGeom prst="roundRect">
              <a:avLst>
                <a:gd name="adj" fmla="val 18823"/>
              </a:avLst>
            </a:prstGeom>
            <a:solidFill>
              <a:srgbClr val="F9F9F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" name="Rounded Rectangle 33"/>
            <p:cNvSpPr/>
            <p:nvPr/>
          </p:nvSpPr>
          <p:spPr>
            <a:xfrm>
              <a:off x="6572085" y="6162675"/>
              <a:ext cx="380990" cy="380999"/>
            </a:xfrm>
            <a:prstGeom prst="roundRect">
              <a:avLst>
                <a:gd name="adj" fmla="val 50000"/>
              </a:avLst>
            </a:prstGeom>
            <a:solidFill>
              <a:srgbClr val="C6A135">
                <a:alpha val="10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35" name="Picture 34" descr="image.png"/>
            <p:cNvPicPr>
              <a:picLocks noChangeAspect="1"/>
            </p:cNvPicPr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6648283" y="6270307"/>
              <a:ext cx="228594" cy="165734"/>
            </a:xfrm>
            <a:prstGeom prst="rect">
              <a:avLst/>
            </a:prstGeom>
          </p:spPr>
        </p:pic>
        <p:sp>
          <p:nvSpPr>
            <p:cNvPr id="36" name="TextBox 35"/>
            <p:cNvSpPr txBox="1"/>
            <p:nvPr/>
          </p:nvSpPr>
          <p:spPr>
            <a:xfrm>
              <a:off x="7095947" y="6162675"/>
              <a:ext cx="4571885" cy="23812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325"/>
                </a:spcAft>
              </a:pPr>
              <a:r>
                <a:rPr sz="1196" b="1">
                  <a:solidFill>
                    <a:srgbClr val="1B5E20"/>
                  </a:solidFill>
                </a:rPr>
                <a:t>Consistency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7095947" y="6448425"/>
              <a:ext cx="4571885" cy="23812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lnSpc>
                  <a:spcPts val="162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76" b="1">
                  <a:solidFill>
                    <a:srgbClr val="C6A135"/>
                  </a:solidFill>
                </a:rPr>
                <a:t>Different style</a:t>
              </a:r>
              <a:r>
                <a:rPr sz="1076" b="0">
                  <a:solidFill>
                    <a:srgbClr val="555555"/>
                  </a:solidFill>
                </a:rPr>
                <a:t> from other pages</a:t>
              </a:r>
            </a:p>
          </p:txBody>
        </p:sp>
      </p:grpSp>
      <p:pic>
        <p:nvPicPr>
          <p:cNvPr id="40" name="Picture 39">
            <a:extLst>
              <a:ext uri="{FF2B5EF4-FFF2-40B4-BE49-F238E27FC236}">
                <a16:creationId xmlns:a16="http://schemas.microsoft.com/office/drawing/2014/main" id="{A0B585D8-A54F-E501-9CC4-64E6566696A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6776" y="1583234"/>
            <a:ext cx="5865896" cy="466597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1239219" y="380999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C6A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382090" y="555948"/>
            <a:ext cx="285742" cy="22160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80990" y="325864"/>
            <a:ext cx="7876978" cy="4762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392" b="1" dirty="0">
                <a:solidFill>
                  <a:srgbClr val="1B5E20"/>
                </a:solidFill>
              </a:rPr>
              <a:t>RESULTS PAGE - REDESIGNED WITH SOLUTIONS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6645" y="1268361"/>
            <a:ext cx="5995986" cy="5034116"/>
          </a:xfrm>
          <a:prstGeom prst="roundRect">
            <a:avLst>
              <a:gd name="adj" fmla="val 2644"/>
            </a:avLst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A8E39206-23CC-9100-4121-3CD4F46E690F}"/>
              </a:ext>
            </a:extLst>
          </p:cNvPr>
          <p:cNvGrpSpPr/>
          <p:nvPr/>
        </p:nvGrpSpPr>
        <p:grpSpPr>
          <a:xfrm>
            <a:off x="6429214" y="1136797"/>
            <a:ext cx="5381490" cy="2188055"/>
            <a:chOff x="6429214" y="555948"/>
            <a:chExt cx="5381490" cy="2188055"/>
          </a:xfrm>
        </p:grpSpPr>
        <p:sp>
          <p:nvSpPr>
            <p:cNvPr id="9" name="TextBox 8"/>
            <p:cNvSpPr txBox="1"/>
            <p:nvPr/>
          </p:nvSpPr>
          <p:spPr>
            <a:xfrm>
              <a:off x="6429214" y="555948"/>
              <a:ext cx="5381490" cy="273362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1300"/>
                </a:spcAft>
              </a:pPr>
              <a:r>
                <a:rPr sz="1435" b="1">
                  <a:solidFill>
                    <a:srgbClr val="1B5E20"/>
                  </a:solidFill>
                </a:rPr>
                <a:t> </a:t>
              </a:r>
              <a:r>
                <a:rPr sz="1104"/>
                <a:t>  </a:t>
              </a:r>
              <a:r>
                <a:rPr sz="1435" b="1">
                  <a:solidFill>
                    <a:srgbClr val="1B5E20"/>
                  </a:solidFill>
                </a:rPr>
                <a:t> SOLUTIONS APPLIED </a:t>
              </a:r>
            </a:p>
          </p:txBody>
        </p:sp>
        <p:pic>
          <p:nvPicPr>
            <p:cNvPr id="10" name="Picture 9" descr="image.png"/>
            <p:cNvPicPr>
              <a:picLocks noChangeAspect="1"/>
            </p:cNvPicPr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429214" y="607094"/>
              <a:ext cx="228594" cy="179890"/>
            </a:xfrm>
            <a:prstGeom prst="rect">
              <a:avLst/>
            </a:prstGeom>
          </p:spPr>
        </p:pic>
        <p:sp>
          <p:nvSpPr>
            <p:cNvPr id="11" name="Rounded Rectangle 10"/>
            <p:cNvSpPr/>
            <p:nvPr/>
          </p:nvSpPr>
          <p:spPr>
            <a:xfrm>
              <a:off x="6429214" y="1005675"/>
              <a:ext cx="5381490" cy="1738328"/>
            </a:xfrm>
            <a:prstGeom prst="roundRect">
              <a:avLst>
                <a:gd name="adj" fmla="val 6015"/>
              </a:avLst>
            </a:prstGeom>
            <a:solidFill>
              <a:srgbClr val="F9F9F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6572085" y="1137947"/>
              <a:ext cx="380990" cy="352726"/>
            </a:xfrm>
            <a:prstGeom prst="roundRect">
              <a:avLst>
                <a:gd name="adj" fmla="val 50000"/>
              </a:avLst>
            </a:prstGeom>
            <a:solidFill>
              <a:srgbClr val="C6A135">
                <a:alpha val="10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13" name="Picture 12" descr="image.png"/>
            <p:cNvPicPr>
              <a:picLocks noChangeAspect="1"/>
            </p:cNvPicPr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648283" y="1224365"/>
              <a:ext cx="228594" cy="179890"/>
            </a:xfrm>
            <a:prstGeom prst="rect">
              <a:avLst/>
            </a:prstGeom>
          </p:spPr>
        </p:pic>
        <p:sp>
          <p:nvSpPr>
            <p:cNvPr id="14" name="TextBox 13"/>
            <p:cNvSpPr txBox="1"/>
            <p:nvPr/>
          </p:nvSpPr>
          <p:spPr>
            <a:xfrm>
              <a:off x="7095947" y="1137947"/>
              <a:ext cx="4571885" cy="220453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325"/>
                </a:spcAft>
              </a:pPr>
              <a:r>
                <a:rPr sz="1196" b="1">
                  <a:solidFill>
                    <a:srgbClr val="1B5E20"/>
                  </a:solidFill>
                </a:rPr>
                <a:t>Feedback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7095947" y="1402493"/>
              <a:ext cx="4571885" cy="220453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lnSpc>
                  <a:spcPts val="162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76" b="1" dirty="0">
                  <a:solidFill>
                    <a:srgbClr val="C6A135"/>
                  </a:solidFill>
                </a:rPr>
                <a:t>Real-time ✓/✗</a:t>
              </a:r>
              <a:r>
                <a:rPr sz="1076" b="0" dirty="0">
                  <a:solidFill>
                    <a:srgbClr val="555555"/>
                  </a:solidFill>
                </a:rPr>
                <a:t> as user types</a:t>
              </a:r>
            </a:p>
          </p:txBody>
        </p:sp>
        <p:pic>
          <p:nvPicPr>
            <p:cNvPr id="16" name="Picture 15" descr="image.png"/>
            <p:cNvPicPr>
              <a:picLocks noChangeAspect="1"/>
            </p:cNvPicPr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7095947" y="1712551"/>
              <a:ext cx="171445" cy="138246"/>
            </a:xfrm>
            <a:prstGeom prst="rect">
              <a:avLst/>
            </a:prstGeom>
          </p:spPr>
        </p:pic>
        <p:sp>
          <p:nvSpPr>
            <p:cNvPr id="17" name="TextBox 16"/>
            <p:cNvSpPr txBox="1"/>
            <p:nvPr/>
          </p:nvSpPr>
          <p:spPr>
            <a:xfrm>
              <a:off x="7343591" y="1693493"/>
              <a:ext cx="685782" cy="176362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956" b="0">
                  <a:solidFill>
                    <a:srgbClr val="333333"/>
                  </a:solidFill>
                </a:rPr>
                <a:t>Valid input</a:t>
              </a:r>
            </a:p>
          </p:txBody>
        </p:sp>
        <p:pic>
          <p:nvPicPr>
            <p:cNvPr id="18" name="Picture 17" descr="image.png"/>
            <p:cNvPicPr>
              <a:picLocks noChangeAspect="1"/>
            </p:cNvPicPr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095947" y="1959460"/>
              <a:ext cx="171445" cy="138246"/>
            </a:xfrm>
            <a:prstGeom prst="rect">
              <a:avLst/>
            </a:prstGeom>
          </p:spPr>
        </p:pic>
        <p:sp>
          <p:nvSpPr>
            <p:cNvPr id="19" name="TextBox 18"/>
            <p:cNvSpPr txBox="1"/>
            <p:nvPr/>
          </p:nvSpPr>
          <p:spPr>
            <a:xfrm>
              <a:off x="7343591" y="1940400"/>
              <a:ext cx="800079" cy="176362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956" b="0">
                  <a:solidFill>
                    <a:srgbClr val="333333"/>
                  </a:solidFill>
                </a:rPr>
                <a:t>Invalid input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7095947" y="2116765"/>
              <a:ext cx="4571885" cy="220453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lnSpc>
                  <a:spcPts val="162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76" b="1">
                  <a:solidFill>
                    <a:srgbClr val="C6A135"/>
                  </a:solidFill>
                </a:rPr>
                <a:t>Loading</a:t>
              </a:r>
              <a:r>
                <a:rPr sz="1076" b="0">
                  <a:solidFill>
                    <a:srgbClr val="555555"/>
                  </a:solidFill>
                </a:rPr>
                <a:t>: "جاري البحث..." with spinner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7095947" y="2359263"/>
              <a:ext cx="4571885" cy="220453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lnSpc>
                  <a:spcPts val="162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76" b="1" dirty="0">
                  <a:solidFill>
                    <a:srgbClr val="C6A135"/>
                  </a:solidFill>
                </a:rPr>
                <a:t>Clear result cards</a:t>
              </a:r>
              <a:r>
                <a:rPr sz="1076" b="0" dirty="0">
                  <a:solidFill>
                    <a:srgbClr val="555555"/>
                  </a:solidFill>
                </a:rPr>
                <a:t> (green=pass, red=fail)</a:t>
              </a:r>
            </a:p>
          </p:txBody>
        </p:sp>
      </p:grpSp>
      <p:sp>
        <p:nvSpPr>
          <p:cNvPr id="27" name="Rounded Rectangle 26"/>
          <p:cNvSpPr/>
          <p:nvPr/>
        </p:nvSpPr>
        <p:spPr>
          <a:xfrm>
            <a:off x="6429214" y="3457126"/>
            <a:ext cx="5381490" cy="749544"/>
          </a:xfrm>
          <a:prstGeom prst="roundRect">
            <a:avLst>
              <a:gd name="adj" fmla="val 18823"/>
            </a:avLst>
          </a:prstGeom>
          <a:solidFill>
            <a:srgbClr val="F9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572085" y="3589399"/>
            <a:ext cx="380990" cy="352726"/>
          </a:xfrm>
          <a:prstGeom prst="roundRect">
            <a:avLst>
              <a:gd name="adj" fmla="val 50000"/>
            </a:avLst>
          </a:prstGeom>
          <a:solidFill>
            <a:srgbClr val="C6A135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648283" y="3694334"/>
            <a:ext cx="228594" cy="142853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095947" y="3589399"/>
            <a:ext cx="4571885" cy="22045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196" b="1">
                <a:solidFill>
                  <a:srgbClr val="1B5E20"/>
                </a:solidFill>
              </a:rPr>
              <a:t>Visibility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95947" y="3853944"/>
            <a:ext cx="4571885" cy="22045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C6A135"/>
                </a:solidFill>
              </a:rPr>
              <a:t>Clean centered form</a:t>
            </a:r>
            <a:r>
              <a:rPr sz="1076" b="0">
                <a:solidFill>
                  <a:srgbClr val="555555"/>
                </a:solidFill>
              </a:rPr>
              <a:t>, notes as tip cards below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29214" y="4312487"/>
            <a:ext cx="5381490" cy="749544"/>
          </a:xfrm>
          <a:prstGeom prst="roundRect">
            <a:avLst>
              <a:gd name="adj" fmla="val 18823"/>
            </a:avLst>
          </a:prstGeom>
          <a:solidFill>
            <a:srgbClr val="F9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6572085" y="4444760"/>
            <a:ext cx="380990" cy="352726"/>
          </a:xfrm>
          <a:prstGeom prst="roundRect">
            <a:avLst>
              <a:gd name="adj" fmla="val 50000"/>
            </a:avLst>
          </a:prstGeom>
          <a:solidFill>
            <a:srgbClr val="C6A135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668315" y="4515306"/>
            <a:ext cx="188531" cy="211636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7095947" y="4444760"/>
            <a:ext cx="4571885" cy="22045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196" b="1">
                <a:solidFill>
                  <a:srgbClr val="1B5E20"/>
                </a:solidFill>
              </a:rPr>
              <a:t>Affordance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95947" y="4709305"/>
            <a:ext cx="4571885" cy="22045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C6A135"/>
                </a:solidFill>
              </a:rPr>
              <a:t>Large prominent</a:t>
            </a:r>
            <a:r>
              <a:rPr sz="1076" b="0">
                <a:solidFill>
                  <a:srgbClr val="555555"/>
                </a:solidFill>
              </a:rPr>
              <a:t> search button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29214" y="5167851"/>
            <a:ext cx="5381490" cy="749544"/>
          </a:xfrm>
          <a:prstGeom prst="roundRect">
            <a:avLst>
              <a:gd name="adj" fmla="val 18823"/>
            </a:avLst>
          </a:prstGeom>
          <a:solidFill>
            <a:srgbClr val="F9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6572085" y="5300123"/>
            <a:ext cx="380990" cy="352726"/>
          </a:xfrm>
          <a:prstGeom prst="roundRect">
            <a:avLst>
              <a:gd name="adj" fmla="val 50000"/>
            </a:avLst>
          </a:prstGeom>
          <a:solidFill>
            <a:srgbClr val="C6A135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648283" y="5386540"/>
            <a:ext cx="228594" cy="17989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7095947" y="5300123"/>
            <a:ext cx="4571885" cy="22045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196" b="1">
                <a:solidFill>
                  <a:srgbClr val="1B5E20"/>
                </a:solidFill>
              </a:rPr>
              <a:t>Constraints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95947" y="5564668"/>
            <a:ext cx="4571885" cy="22045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C6A135"/>
                </a:solidFill>
              </a:rPr>
              <a:t>Numbers only</a:t>
            </a:r>
            <a:r>
              <a:rPr sz="1076" b="0">
                <a:solidFill>
                  <a:srgbClr val="555555"/>
                </a:solidFill>
              </a:rPr>
              <a:t>, max 14 digits enforced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29214" y="6023213"/>
            <a:ext cx="5381490" cy="749544"/>
          </a:xfrm>
          <a:prstGeom prst="roundRect">
            <a:avLst>
              <a:gd name="adj" fmla="val 18823"/>
            </a:avLst>
          </a:prstGeom>
          <a:solidFill>
            <a:srgbClr val="F9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6572085" y="6155485"/>
            <a:ext cx="380990" cy="352726"/>
          </a:xfrm>
          <a:prstGeom prst="roundRect">
            <a:avLst>
              <a:gd name="adj" fmla="val 50000"/>
            </a:avLst>
          </a:prstGeom>
          <a:solidFill>
            <a:srgbClr val="C6A135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648283" y="6231322"/>
            <a:ext cx="228594" cy="201054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7095947" y="6155485"/>
            <a:ext cx="4571885" cy="22045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196" b="1">
                <a:solidFill>
                  <a:srgbClr val="1B5E20"/>
                </a:solidFill>
              </a:rPr>
              <a:t>Consistency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95947" y="6420030"/>
            <a:ext cx="4571885" cy="22045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C6A135"/>
                </a:solidFill>
              </a:rPr>
              <a:t>Same design system</a:t>
            </a:r>
            <a:r>
              <a:rPr sz="1076" b="0">
                <a:solidFill>
                  <a:srgbClr val="555555"/>
                </a:solidFill>
              </a:rPr>
              <a:t> as all other pages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8D78B6AD-483B-48B4-B2DB-22281E2AABB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46855" y="1410159"/>
            <a:ext cx="5880468" cy="479149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1239219" y="380999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C6A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382090" y="532622"/>
            <a:ext cx="285742" cy="26825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80990" y="380999"/>
            <a:ext cx="6695907" cy="4762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392" b="1">
                <a:solidFill>
                  <a:srgbClr val="1B5E20"/>
                </a:solidFill>
              </a:rPr>
              <a:t>ALL PAGES - BEFORE &amp; AFTER OVERVIEW</a:t>
            </a:r>
          </a:p>
        </p:txBody>
      </p:sp>
      <p:grpSp>
        <p:nvGrpSpPr>
          <p:cNvPr id="84" name="Group 83">
            <a:extLst>
              <a:ext uri="{FF2B5EF4-FFF2-40B4-BE49-F238E27FC236}">
                <a16:creationId xmlns:a16="http://schemas.microsoft.com/office/drawing/2014/main" id="{642338BF-99C6-3A64-2CD0-A24130436717}"/>
              </a:ext>
            </a:extLst>
          </p:cNvPr>
          <p:cNvGrpSpPr/>
          <p:nvPr/>
        </p:nvGrpSpPr>
        <p:grpSpPr>
          <a:xfrm>
            <a:off x="380990" y="1008871"/>
            <a:ext cx="11429714" cy="5787451"/>
            <a:chOff x="380990" y="1238249"/>
            <a:chExt cx="11429714" cy="6534150"/>
          </a:xfrm>
        </p:grpSpPr>
        <p:sp>
          <p:nvSpPr>
            <p:cNvPr id="5" name="Rounded Rectangle 4"/>
            <p:cNvSpPr/>
            <p:nvPr/>
          </p:nvSpPr>
          <p:spPr>
            <a:xfrm>
              <a:off x="380990" y="1238249"/>
              <a:ext cx="11429714" cy="6534150"/>
            </a:xfrm>
            <a:prstGeom prst="roundRect">
              <a:avLst>
                <a:gd name="adj" fmla="val 3498"/>
              </a:avLst>
            </a:prstGeom>
            <a:solidFill>
              <a:srgbClr val="F9F9F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Rectangle 5"/>
            <p:cNvSpPr/>
            <p:nvPr/>
          </p:nvSpPr>
          <p:spPr>
            <a:xfrm>
              <a:off x="380990" y="1238249"/>
              <a:ext cx="11429714" cy="571500"/>
            </a:xfrm>
            <a:prstGeom prst="rect">
              <a:avLst/>
            </a:prstGeom>
            <a:solidFill>
              <a:srgbClr val="1B5E2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252532" y="1347215"/>
              <a:ext cx="695255" cy="353567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315" b="1">
                  <a:solidFill>
                    <a:srgbClr val="FFFFFF"/>
                  </a:solidFill>
                </a:rPr>
                <a:t> </a:t>
              </a:r>
              <a:r>
                <a:rPr sz="1104"/>
                <a:t>  </a:t>
              </a:r>
              <a:r>
                <a:rPr sz="1315" b="1">
                  <a:solidFill>
                    <a:srgbClr val="FFFFFF"/>
                  </a:solidFill>
                </a:rPr>
                <a:t> PAGE </a:t>
              </a:r>
            </a:p>
          </p:txBody>
        </p:sp>
        <p:pic>
          <p:nvPicPr>
            <p:cNvPr id="8" name="Picture 7" descr="image.png"/>
            <p:cNvPicPr>
              <a:picLocks noChangeAspect="1"/>
            </p:cNvPicPr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71485" y="1435417"/>
              <a:ext cx="228594" cy="177164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4327418" y="1347215"/>
              <a:ext cx="1479508" cy="353567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315" b="1">
                  <a:solidFill>
                    <a:srgbClr val="FFFFFF"/>
                  </a:solidFill>
                </a:rPr>
                <a:t> </a:t>
              </a:r>
              <a:r>
                <a:rPr sz="1104"/>
                <a:t>  </a:t>
              </a:r>
              <a:r>
                <a:rPr sz="1315" b="1">
                  <a:solidFill>
                    <a:srgbClr val="FFFFFF"/>
                  </a:solidFill>
                </a:rPr>
                <a:t> KEY VIOLATIONS </a:t>
              </a:r>
            </a:p>
          </p:txBody>
        </p:sp>
        <p:pic>
          <p:nvPicPr>
            <p:cNvPr id="10" name="Picture 9" descr="image.png"/>
            <p:cNvPicPr>
              <a:picLocks noChangeAspect="1"/>
            </p:cNvPicPr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009824" y="1426845"/>
              <a:ext cx="228594" cy="194309"/>
            </a:xfrm>
            <a:prstGeom prst="rect">
              <a:avLst/>
            </a:prstGeom>
          </p:spPr>
        </p:pic>
        <p:sp>
          <p:nvSpPr>
            <p:cNvPr id="11" name="TextBox 10"/>
            <p:cNvSpPr txBox="1"/>
            <p:nvPr/>
          </p:nvSpPr>
          <p:spPr>
            <a:xfrm>
              <a:off x="8846639" y="1347215"/>
              <a:ext cx="1432443" cy="353567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315" b="1">
                  <a:solidFill>
                    <a:srgbClr val="FFFFFF"/>
                  </a:solidFill>
                </a:rPr>
                <a:t> </a:t>
              </a:r>
              <a:r>
                <a:rPr sz="1104"/>
                <a:t>  </a:t>
              </a:r>
              <a:r>
                <a:rPr sz="1315" b="1">
                  <a:solidFill>
                    <a:srgbClr val="FFFFFF"/>
                  </a:solidFill>
                </a:rPr>
                <a:t> KEY SOLUTIONS </a:t>
              </a:r>
            </a:p>
          </p:txBody>
        </p:sp>
        <p:pic>
          <p:nvPicPr>
            <p:cNvPr id="12" name="Picture 11" descr="image.png"/>
            <p:cNvPicPr>
              <a:picLocks noChangeAspect="1"/>
            </p:cNvPicPr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7505512" y="1426845"/>
              <a:ext cx="228594" cy="194309"/>
            </a:xfrm>
            <a:prstGeom prst="rect">
              <a:avLst/>
            </a:prstGeom>
          </p:spPr>
        </p:pic>
        <p:sp>
          <p:nvSpPr>
            <p:cNvPr id="13" name="TextBox 12"/>
            <p:cNvSpPr txBox="1"/>
            <p:nvPr/>
          </p:nvSpPr>
          <p:spPr>
            <a:xfrm>
              <a:off x="1063025" y="2267205"/>
              <a:ext cx="1074268" cy="332862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196" b="1" dirty="0">
                  <a:solidFill>
                    <a:srgbClr val="1B5E20"/>
                  </a:solidFill>
                </a:rPr>
                <a:t> </a:t>
              </a:r>
              <a:r>
                <a:rPr sz="1196" b="1" dirty="0">
                  <a:solidFill>
                    <a:srgbClr val="C6A135"/>
                  </a:solidFill>
                </a:rPr>
                <a:t> </a:t>
              </a:r>
              <a:r>
                <a:rPr sz="1104" dirty="0"/>
                <a:t>  </a:t>
              </a:r>
              <a:r>
                <a:rPr sz="1196" b="1" dirty="0">
                  <a:solidFill>
                    <a:srgbClr val="C6A135"/>
                  </a:solidFill>
                </a:rPr>
                <a:t> </a:t>
              </a:r>
              <a:r>
                <a:rPr sz="1196" b="1" dirty="0">
                  <a:solidFill>
                    <a:srgbClr val="1B5E20"/>
                  </a:solidFill>
                </a:rPr>
                <a:t> Homepage 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571485" y="2247899"/>
              <a:ext cx="380990" cy="380999"/>
            </a:xfrm>
            <a:prstGeom prst="roundRect">
              <a:avLst>
                <a:gd name="adj" fmla="val 50000"/>
              </a:avLst>
            </a:prstGeom>
            <a:solidFill>
              <a:srgbClr val="C6A135">
                <a:alpha val="10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15" name="Picture 14" descr="image.png"/>
            <p:cNvPicPr>
              <a:picLocks noChangeAspect="1"/>
            </p:cNvPicPr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647683" y="2352675"/>
              <a:ext cx="228594" cy="171450"/>
            </a:xfrm>
            <a:prstGeom prst="rect">
              <a:avLst/>
            </a:prstGeom>
          </p:spPr>
        </p:pic>
        <p:pic>
          <p:nvPicPr>
            <p:cNvPr id="16" name="Picture 15" descr="image.png"/>
            <p:cNvPicPr>
              <a:picLocks noChangeAspect="1"/>
            </p:cNvPicPr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3009824" y="2033307"/>
              <a:ext cx="190495" cy="162485"/>
            </a:xfrm>
            <a:prstGeom prst="rect">
              <a:avLst/>
            </a:prstGeom>
          </p:spPr>
        </p:pic>
        <p:sp>
          <p:nvSpPr>
            <p:cNvPr id="17" name="TextBox 16"/>
            <p:cNvSpPr txBox="1"/>
            <p:nvPr/>
          </p:nvSpPr>
          <p:spPr>
            <a:xfrm>
              <a:off x="3276518" y="2000250"/>
              <a:ext cx="1095347" cy="23812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196" b="1">
                  <a:solidFill>
                    <a:srgbClr val="C6A135"/>
                  </a:solidFill>
                </a:rPr>
                <a:t>14+</a:t>
              </a:r>
              <a:r>
                <a:rPr sz="1196" b="0">
                  <a:solidFill>
                    <a:srgbClr val="333333"/>
                  </a:solidFill>
                </a:rPr>
                <a:t> nav items</a:t>
              </a:r>
            </a:p>
          </p:txBody>
        </p:sp>
        <p:pic>
          <p:nvPicPr>
            <p:cNvPr id="18" name="Picture 17" descr="image.png"/>
            <p:cNvPicPr>
              <a:picLocks noChangeAspect="1"/>
            </p:cNvPicPr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3009824" y="2357157"/>
              <a:ext cx="190495" cy="162485"/>
            </a:xfrm>
            <a:prstGeom prst="rect">
              <a:avLst/>
            </a:prstGeom>
          </p:spPr>
        </p:pic>
        <p:sp>
          <p:nvSpPr>
            <p:cNvPr id="19" name="TextBox 18"/>
            <p:cNvSpPr txBox="1"/>
            <p:nvPr/>
          </p:nvSpPr>
          <p:spPr>
            <a:xfrm>
              <a:off x="3276518" y="2314575"/>
              <a:ext cx="1209644" cy="23812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196" b="0">
                  <a:solidFill>
                    <a:srgbClr val="333333"/>
                  </a:solidFill>
                </a:rPr>
                <a:t>Clashing colors</a:t>
              </a:r>
            </a:p>
          </p:txBody>
        </p:sp>
        <p:pic>
          <p:nvPicPr>
            <p:cNvPr id="20" name="Picture 19" descr="image.png"/>
            <p:cNvPicPr>
              <a:picLocks noChangeAspect="1"/>
            </p:cNvPicPr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3009824" y="2661957"/>
              <a:ext cx="190495" cy="162485"/>
            </a:xfrm>
            <a:prstGeom prst="rect">
              <a:avLst/>
            </a:prstGeom>
          </p:spPr>
        </p:pic>
        <p:sp>
          <p:nvSpPr>
            <p:cNvPr id="21" name="TextBox 20"/>
            <p:cNvSpPr txBox="1"/>
            <p:nvPr/>
          </p:nvSpPr>
          <p:spPr>
            <a:xfrm>
              <a:off x="3276518" y="2628900"/>
              <a:ext cx="1514437" cy="23812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196" b="0">
                  <a:solidFill>
                    <a:srgbClr val="333333"/>
                  </a:solidFill>
                </a:rPr>
                <a:t>No visual hierarchy</a:t>
              </a:r>
            </a:p>
          </p:txBody>
        </p:sp>
        <p:pic>
          <p:nvPicPr>
            <p:cNvPr id="22" name="Picture 21" descr="image.png"/>
            <p:cNvPicPr>
              <a:picLocks noChangeAspect="1"/>
            </p:cNvPicPr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7505512" y="2033307"/>
              <a:ext cx="190495" cy="162485"/>
            </a:xfrm>
            <a:prstGeom prst="rect">
              <a:avLst/>
            </a:prstGeom>
          </p:spPr>
        </p:pic>
        <p:sp>
          <p:nvSpPr>
            <p:cNvPr id="23" name="TextBox 22"/>
            <p:cNvSpPr txBox="1"/>
            <p:nvPr/>
          </p:nvSpPr>
          <p:spPr>
            <a:xfrm>
              <a:off x="7772205" y="2000250"/>
              <a:ext cx="904852" cy="23812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196" b="1">
                  <a:solidFill>
                    <a:srgbClr val="C6A135"/>
                  </a:solidFill>
                </a:rPr>
                <a:t>6</a:t>
              </a:r>
              <a:r>
                <a:rPr sz="1196" b="0">
                  <a:solidFill>
                    <a:srgbClr val="333333"/>
                  </a:solidFill>
                </a:rPr>
                <a:t> nav items</a:t>
              </a:r>
            </a:p>
          </p:txBody>
        </p:sp>
        <p:pic>
          <p:nvPicPr>
            <p:cNvPr id="24" name="Picture 23" descr="image.png"/>
            <p:cNvPicPr>
              <a:picLocks noChangeAspect="1"/>
            </p:cNvPicPr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7505512" y="2357157"/>
              <a:ext cx="190495" cy="162485"/>
            </a:xfrm>
            <a:prstGeom prst="rect">
              <a:avLst/>
            </a:prstGeom>
          </p:spPr>
        </p:pic>
        <p:sp>
          <p:nvSpPr>
            <p:cNvPr id="25" name="TextBox 24"/>
            <p:cNvSpPr txBox="1"/>
            <p:nvPr/>
          </p:nvSpPr>
          <p:spPr>
            <a:xfrm>
              <a:off x="7772205" y="2314575"/>
              <a:ext cx="1485862" cy="23812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196" b="0">
                  <a:solidFill>
                    <a:srgbClr val="333333"/>
                  </a:solidFill>
                </a:rPr>
                <a:t>Green/gold palette</a:t>
              </a:r>
            </a:p>
          </p:txBody>
        </p:sp>
        <p:pic>
          <p:nvPicPr>
            <p:cNvPr id="26" name="Picture 25" descr="image.png"/>
            <p:cNvPicPr>
              <a:picLocks noChangeAspect="1"/>
            </p:cNvPicPr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7505512" y="2661957"/>
              <a:ext cx="190495" cy="162485"/>
            </a:xfrm>
            <a:prstGeom prst="rect">
              <a:avLst/>
            </a:prstGeom>
          </p:spPr>
        </p:pic>
        <p:sp>
          <p:nvSpPr>
            <p:cNvPr id="27" name="TextBox 26"/>
            <p:cNvSpPr txBox="1"/>
            <p:nvPr/>
          </p:nvSpPr>
          <p:spPr>
            <a:xfrm>
              <a:off x="7772205" y="2628900"/>
              <a:ext cx="1390615" cy="23812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196" b="0">
                  <a:solidFill>
                    <a:srgbClr val="333333"/>
                  </a:solidFill>
                </a:rPr>
                <a:t>Hero + card slider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1147183" y="3524506"/>
              <a:ext cx="905953" cy="332862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196" b="1">
                  <a:solidFill>
                    <a:srgbClr val="1B5E20"/>
                  </a:solidFill>
                </a:rPr>
                <a:t> </a:t>
              </a:r>
              <a:r>
                <a:rPr sz="1196" b="1">
                  <a:solidFill>
                    <a:srgbClr val="C6A135"/>
                  </a:solidFill>
                </a:rPr>
                <a:t> </a:t>
              </a:r>
              <a:r>
                <a:rPr sz="1104"/>
                <a:t>  </a:t>
              </a:r>
              <a:r>
                <a:rPr sz="1196" b="1">
                  <a:solidFill>
                    <a:srgbClr val="C6A135"/>
                  </a:solidFill>
                </a:rPr>
                <a:t> </a:t>
              </a:r>
              <a:r>
                <a:rPr sz="1196" b="1">
                  <a:solidFill>
                    <a:srgbClr val="1B5E20"/>
                  </a:solidFill>
                </a:rPr>
                <a:t> Register </a:t>
              </a:r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571485" y="3505199"/>
              <a:ext cx="380990" cy="380999"/>
            </a:xfrm>
            <a:prstGeom prst="roundRect">
              <a:avLst>
                <a:gd name="adj" fmla="val 50000"/>
              </a:avLst>
            </a:prstGeom>
            <a:solidFill>
              <a:srgbClr val="C6A135">
                <a:alpha val="10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30" name="Picture 29" descr="image.png"/>
            <p:cNvPicPr>
              <a:picLocks noChangeAspect="1"/>
            </p:cNvPicPr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647683" y="3612832"/>
              <a:ext cx="228594" cy="165734"/>
            </a:xfrm>
            <a:prstGeom prst="rect">
              <a:avLst/>
            </a:prstGeom>
          </p:spPr>
        </p:pic>
        <p:pic>
          <p:nvPicPr>
            <p:cNvPr id="31" name="Picture 30" descr="image.png"/>
            <p:cNvPicPr>
              <a:picLocks noChangeAspect="1"/>
            </p:cNvPicPr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3009824" y="3290607"/>
              <a:ext cx="190495" cy="162485"/>
            </a:xfrm>
            <a:prstGeom prst="rect">
              <a:avLst/>
            </a:prstGeom>
          </p:spPr>
        </p:pic>
        <p:sp>
          <p:nvSpPr>
            <p:cNvPr id="32" name="TextBox 31"/>
            <p:cNvSpPr txBox="1"/>
            <p:nvPr/>
          </p:nvSpPr>
          <p:spPr>
            <a:xfrm>
              <a:off x="3276518" y="3257550"/>
              <a:ext cx="1704932" cy="23812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196" b="0">
                  <a:solidFill>
                    <a:srgbClr val="333333"/>
                  </a:solidFill>
                </a:rPr>
                <a:t>No progress indicator</a:t>
              </a:r>
            </a:p>
          </p:txBody>
        </p:sp>
        <p:pic>
          <p:nvPicPr>
            <p:cNvPr id="33" name="Picture 32" descr="image.png"/>
            <p:cNvPicPr>
              <a:picLocks noChangeAspect="1"/>
            </p:cNvPicPr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3009824" y="3614457"/>
              <a:ext cx="190495" cy="162485"/>
            </a:xfrm>
            <a:prstGeom prst="rect">
              <a:avLst/>
            </a:prstGeom>
          </p:spPr>
        </p:pic>
        <p:sp>
          <p:nvSpPr>
            <p:cNvPr id="34" name="TextBox 33"/>
            <p:cNvSpPr txBox="1"/>
            <p:nvPr/>
          </p:nvSpPr>
          <p:spPr>
            <a:xfrm>
              <a:off x="3276518" y="3571875"/>
              <a:ext cx="1057248" cy="23812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196" b="0">
                  <a:solidFill>
                    <a:srgbClr val="333333"/>
                  </a:solidFill>
                </a:rPr>
                <a:t>No validation</a:t>
              </a:r>
            </a:p>
          </p:txBody>
        </p:sp>
        <p:pic>
          <p:nvPicPr>
            <p:cNvPr id="35" name="Picture 34" descr="image.png"/>
            <p:cNvPicPr>
              <a:picLocks noChangeAspect="1"/>
            </p:cNvPicPr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3009824" y="3919257"/>
              <a:ext cx="190495" cy="162485"/>
            </a:xfrm>
            <a:prstGeom prst="rect">
              <a:avLst/>
            </a:prstGeom>
          </p:spPr>
        </p:pic>
        <p:sp>
          <p:nvSpPr>
            <p:cNvPr id="36" name="TextBox 35"/>
            <p:cNvSpPr txBox="1"/>
            <p:nvPr/>
          </p:nvSpPr>
          <p:spPr>
            <a:xfrm>
              <a:off x="3276518" y="3886200"/>
              <a:ext cx="876278" cy="23812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196" b="0">
                  <a:solidFill>
                    <a:srgbClr val="333333"/>
                  </a:solidFill>
                </a:rPr>
                <a:t>Wall of text</a:t>
              </a:r>
            </a:p>
          </p:txBody>
        </p:sp>
        <p:pic>
          <p:nvPicPr>
            <p:cNvPr id="37" name="Picture 36" descr="image.png"/>
            <p:cNvPicPr>
              <a:picLocks noChangeAspect="1"/>
            </p:cNvPicPr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7505512" y="3290607"/>
              <a:ext cx="190495" cy="162485"/>
            </a:xfrm>
            <a:prstGeom prst="rect">
              <a:avLst/>
            </a:prstGeom>
          </p:spPr>
        </p:pic>
        <p:sp>
          <p:nvSpPr>
            <p:cNvPr id="38" name="TextBox 37"/>
            <p:cNvSpPr txBox="1"/>
            <p:nvPr/>
          </p:nvSpPr>
          <p:spPr>
            <a:xfrm>
              <a:off x="7772205" y="3257550"/>
              <a:ext cx="1095347" cy="23812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196" b="0">
                  <a:solidFill>
                    <a:srgbClr val="333333"/>
                  </a:solidFill>
                </a:rPr>
                <a:t>4-step wizard</a:t>
              </a:r>
            </a:p>
          </p:txBody>
        </p:sp>
        <p:pic>
          <p:nvPicPr>
            <p:cNvPr id="39" name="Picture 38" descr="image.png"/>
            <p:cNvPicPr>
              <a:picLocks noChangeAspect="1"/>
            </p:cNvPicPr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7505512" y="3614457"/>
              <a:ext cx="190495" cy="162485"/>
            </a:xfrm>
            <a:prstGeom prst="rect">
              <a:avLst/>
            </a:prstGeom>
          </p:spPr>
        </p:pic>
        <p:sp>
          <p:nvSpPr>
            <p:cNvPr id="40" name="TextBox 39"/>
            <p:cNvSpPr txBox="1"/>
            <p:nvPr/>
          </p:nvSpPr>
          <p:spPr>
            <a:xfrm>
              <a:off x="7772205" y="3571875"/>
              <a:ext cx="1181070" cy="23812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196" b="0">
                  <a:solidFill>
                    <a:srgbClr val="333333"/>
                  </a:solidFill>
                </a:rPr>
                <a:t>Real-time ✓/✗</a:t>
              </a:r>
            </a:p>
          </p:txBody>
        </p:sp>
        <p:pic>
          <p:nvPicPr>
            <p:cNvPr id="41" name="Picture 40" descr="image.png"/>
            <p:cNvPicPr>
              <a:picLocks noChangeAspect="1"/>
            </p:cNvPicPr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7505512" y="3919257"/>
              <a:ext cx="190495" cy="162485"/>
            </a:xfrm>
            <a:prstGeom prst="rect">
              <a:avLst/>
            </a:prstGeom>
          </p:spPr>
        </p:pic>
        <p:sp>
          <p:nvSpPr>
            <p:cNvPr id="42" name="TextBox 41"/>
            <p:cNvSpPr txBox="1"/>
            <p:nvPr/>
          </p:nvSpPr>
          <p:spPr>
            <a:xfrm>
              <a:off x="7772205" y="3886200"/>
              <a:ext cx="1219169" cy="23812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196" b="0">
                  <a:solidFill>
                    <a:srgbClr val="333333"/>
                  </a:solidFill>
                </a:rPr>
                <a:t>Side panel help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1177639" y="4781806"/>
              <a:ext cx="845040" cy="332862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196" b="1">
                  <a:solidFill>
                    <a:srgbClr val="1B5E20"/>
                  </a:solidFill>
                </a:rPr>
                <a:t> </a:t>
              </a:r>
              <a:r>
                <a:rPr sz="1196" b="1">
                  <a:solidFill>
                    <a:srgbClr val="C6A135"/>
                  </a:solidFill>
                </a:rPr>
                <a:t> </a:t>
              </a:r>
              <a:r>
                <a:rPr sz="1104"/>
                <a:t>  </a:t>
              </a:r>
              <a:r>
                <a:rPr sz="1196" b="1">
                  <a:solidFill>
                    <a:srgbClr val="C6A135"/>
                  </a:solidFill>
                </a:rPr>
                <a:t> </a:t>
              </a:r>
              <a:r>
                <a:rPr sz="1196" b="1">
                  <a:solidFill>
                    <a:srgbClr val="1B5E20"/>
                  </a:solidFill>
                </a:rPr>
                <a:t> Upload </a:t>
              </a:r>
            </a:p>
          </p:txBody>
        </p:sp>
        <p:sp>
          <p:nvSpPr>
            <p:cNvPr id="44" name="Rounded Rectangle 43"/>
            <p:cNvSpPr/>
            <p:nvPr/>
          </p:nvSpPr>
          <p:spPr>
            <a:xfrm>
              <a:off x="571485" y="4762500"/>
              <a:ext cx="380990" cy="380999"/>
            </a:xfrm>
            <a:prstGeom prst="roundRect">
              <a:avLst>
                <a:gd name="adj" fmla="val 50000"/>
              </a:avLst>
            </a:prstGeom>
            <a:solidFill>
              <a:srgbClr val="C6A135">
                <a:alpha val="10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45" name="Picture 44" descr="image.png"/>
            <p:cNvPicPr>
              <a:picLocks noChangeAspect="1"/>
            </p:cNvPicPr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647683" y="4870132"/>
              <a:ext cx="228594" cy="165734"/>
            </a:xfrm>
            <a:prstGeom prst="rect">
              <a:avLst/>
            </a:prstGeom>
          </p:spPr>
        </p:pic>
        <p:pic>
          <p:nvPicPr>
            <p:cNvPr id="46" name="Picture 45" descr="image.png"/>
            <p:cNvPicPr>
              <a:picLocks noChangeAspect="1"/>
            </p:cNvPicPr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3009824" y="4547907"/>
              <a:ext cx="190495" cy="162485"/>
            </a:xfrm>
            <a:prstGeom prst="rect">
              <a:avLst/>
            </a:prstGeom>
          </p:spPr>
        </p:pic>
        <p:sp>
          <p:nvSpPr>
            <p:cNvPr id="47" name="TextBox 46"/>
            <p:cNvSpPr txBox="1"/>
            <p:nvPr/>
          </p:nvSpPr>
          <p:spPr>
            <a:xfrm>
              <a:off x="3276518" y="4514850"/>
              <a:ext cx="1133446" cy="23812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196" b="0">
                  <a:solidFill>
                    <a:srgbClr val="333333"/>
                  </a:solidFill>
                </a:rPr>
                <a:t>Plain text field</a:t>
              </a:r>
            </a:p>
          </p:txBody>
        </p:sp>
        <p:pic>
          <p:nvPicPr>
            <p:cNvPr id="48" name="Picture 47" descr="image.png"/>
            <p:cNvPicPr>
              <a:picLocks noChangeAspect="1"/>
            </p:cNvPicPr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3009824" y="4871757"/>
              <a:ext cx="190495" cy="162485"/>
            </a:xfrm>
            <a:prstGeom prst="rect">
              <a:avLst/>
            </a:prstGeom>
          </p:spPr>
        </p:pic>
        <p:sp>
          <p:nvSpPr>
            <p:cNvPr id="49" name="TextBox 48"/>
            <p:cNvSpPr txBox="1"/>
            <p:nvPr/>
          </p:nvSpPr>
          <p:spPr>
            <a:xfrm>
              <a:off x="3276518" y="4829175"/>
              <a:ext cx="1181070" cy="23812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196" b="0">
                  <a:solidFill>
                    <a:srgbClr val="333333"/>
                  </a:solidFill>
                </a:rPr>
                <a:t>No file preview</a:t>
              </a:r>
            </a:p>
          </p:txBody>
        </p:sp>
        <p:pic>
          <p:nvPicPr>
            <p:cNvPr id="50" name="Picture 49" descr="image.png"/>
            <p:cNvPicPr>
              <a:picLocks noChangeAspect="1"/>
            </p:cNvPicPr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3009824" y="5176557"/>
              <a:ext cx="190495" cy="162485"/>
            </a:xfrm>
            <a:prstGeom prst="rect">
              <a:avLst/>
            </a:prstGeom>
          </p:spPr>
        </p:pic>
        <p:sp>
          <p:nvSpPr>
            <p:cNvPr id="51" name="TextBox 50"/>
            <p:cNvSpPr txBox="1"/>
            <p:nvPr/>
          </p:nvSpPr>
          <p:spPr>
            <a:xfrm>
              <a:off x="3276518" y="5143500"/>
              <a:ext cx="1600159" cy="23812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196" b="0">
                  <a:solidFill>
                    <a:srgbClr val="333333"/>
                  </a:solidFill>
                </a:rPr>
                <a:t>Dense requirements</a:t>
              </a:r>
            </a:p>
          </p:txBody>
        </p:sp>
        <p:pic>
          <p:nvPicPr>
            <p:cNvPr id="52" name="Picture 51" descr="image.png"/>
            <p:cNvPicPr>
              <a:picLocks noChangeAspect="1"/>
            </p:cNvPicPr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7505512" y="4547907"/>
              <a:ext cx="190495" cy="162485"/>
            </a:xfrm>
            <a:prstGeom prst="rect">
              <a:avLst/>
            </a:prstGeom>
          </p:spPr>
        </p:pic>
        <p:sp>
          <p:nvSpPr>
            <p:cNvPr id="53" name="TextBox 52"/>
            <p:cNvSpPr txBox="1"/>
            <p:nvPr/>
          </p:nvSpPr>
          <p:spPr>
            <a:xfrm>
              <a:off x="7772205" y="4514850"/>
              <a:ext cx="1257268" cy="23812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196" b="0">
                  <a:solidFill>
                    <a:srgbClr val="333333"/>
                  </a:solidFill>
                </a:rPr>
                <a:t>Drag-drop zone</a:t>
              </a:r>
            </a:p>
          </p:txBody>
        </p:sp>
        <p:pic>
          <p:nvPicPr>
            <p:cNvPr id="54" name="Picture 53" descr="image.png"/>
            <p:cNvPicPr>
              <a:picLocks noChangeAspect="1"/>
            </p:cNvPicPr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7505512" y="4871757"/>
              <a:ext cx="190495" cy="162485"/>
            </a:xfrm>
            <a:prstGeom prst="rect">
              <a:avLst/>
            </a:prstGeom>
          </p:spPr>
        </p:pic>
        <p:sp>
          <p:nvSpPr>
            <p:cNvPr id="55" name="TextBox 54"/>
            <p:cNvSpPr txBox="1"/>
            <p:nvPr/>
          </p:nvSpPr>
          <p:spPr>
            <a:xfrm>
              <a:off x="7772205" y="4829175"/>
              <a:ext cx="1971625" cy="23812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196" b="0">
                  <a:solidFill>
                    <a:srgbClr val="333333"/>
                  </a:solidFill>
                </a:rPr>
                <a:t>Preview + success screen</a:t>
              </a:r>
            </a:p>
          </p:txBody>
        </p:sp>
        <p:pic>
          <p:nvPicPr>
            <p:cNvPr id="56" name="Picture 55" descr="image.png"/>
            <p:cNvPicPr>
              <a:picLocks noChangeAspect="1"/>
            </p:cNvPicPr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7505512" y="5176557"/>
              <a:ext cx="190495" cy="162485"/>
            </a:xfrm>
            <a:prstGeom prst="rect">
              <a:avLst/>
            </a:prstGeom>
          </p:spPr>
        </p:pic>
        <p:sp>
          <p:nvSpPr>
            <p:cNvPr id="57" name="TextBox 56"/>
            <p:cNvSpPr txBox="1"/>
            <p:nvPr/>
          </p:nvSpPr>
          <p:spPr>
            <a:xfrm>
              <a:off x="7772205" y="5143500"/>
              <a:ext cx="1514437" cy="23812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196" b="0">
                  <a:solidFill>
                    <a:srgbClr val="333333"/>
                  </a:solidFill>
                </a:rPr>
                <a:t>Checkbox checklist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1177639" y="6039105"/>
              <a:ext cx="845040" cy="332862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196" b="1">
                  <a:solidFill>
                    <a:srgbClr val="1B5E20"/>
                  </a:solidFill>
                </a:rPr>
                <a:t> </a:t>
              </a:r>
              <a:r>
                <a:rPr sz="1196" b="1">
                  <a:solidFill>
                    <a:srgbClr val="C6A135"/>
                  </a:solidFill>
                </a:rPr>
                <a:t> </a:t>
              </a:r>
              <a:r>
                <a:rPr sz="1104"/>
                <a:t>  </a:t>
              </a:r>
              <a:r>
                <a:rPr sz="1196" b="1">
                  <a:solidFill>
                    <a:srgbClr val="C6A135"/>
                  </a:solidFill>
                </a:rPr>
                <a:t> </a:t>
              </a:r>
              <a:r>
                <a:rPr sz="1196" b="1">
                  <a:solidFill>
                    <a:srgbClr val="1B5E20"/>
                  </a:solidFill>
                </a:rPr>
                <a:t> Results </a:t>
              </a:r>
            </a:p>
          </p:txBody>
        </p:sp>
        <p:sp>
          <p:nvSpPr>
            <p:cNvPr id="59" name="Rounded Rectangle 58"/>
            <p:cNvSpPr/>
            <p:nvPr/>
          </p:nvSpPr>
          <p:spPr>
            <a:xfrm>
              <a:off x="571485" y="6019800"/>
              <a:ext cx="380990" cy="380999"/>
            </a:xfrm>
            <a:prstGeom prst="roundRect">
              <a:avLst>
                <a:gd name="adj" fmla="val 50000"/>
              </a:avLst>
            </a:prstGeom>
            <a:solidFill>
              <a:srgbClr val="C6A135">
                <a:alpha val="10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60" name="Picture 59" descr="image.png"/>
            <p:cNvPicPr>
              <a:picLocks noChangeAspect="1"/>
            </p:cNvPicPr>
            <p:nvPr/>
          </p:nvPicPr>
          <p:blipFill>
            <a:blip r:embed="rId11">
              <a:alphaModFix/>
            </a:blip>
            <a:stretch>
              <a:fillRect/>
            </a:stretch>
          </p:blipFill>
          <p:spPr>
            <a:xfrm>
              <a:off x="647683" y="6121717"/>
              <a:ext cx="228594" cy="177164"/>
            </a:xfrm>
            <a:prstGeom prst="rect">
              <a:avLst/>
            </a:prstGeom>
          </p:spPr>
        </p:pic>
        <p:pic>
          <p:nvPicPr>
            <p:cNvPr id="61" name="Picture 60" descr="image.png"/>
            <p:cNvPicPr>
              <a:picLocks noChangeAspect="1"/>
            </p:cNvPicPr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3009824" y="5805207"/>
              <a:ext cx="190495" cy="162485"/>
            </a:xfrm>
            <a:prstGeom prst="rect">
              <a:avLst/>
            </a:prstGeom>
          </p:spPr>
        </p:pic>
        <p:sp>
          <p:nvSpPr>
            <p:cNvPr id="62" name="TextBox 61"/>
            <p:cNvSpPr txBox="1"/>
            <p:nvPr/>
          </p:nvSpPr>
          <p:spPr>
            <a:xfrm>
              <a:off x="3276518" y="5772150"/>
              <a:ext cx="1362040" cy="23812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196" b="0">
                  <a:solidFill>
                    <a:srgbClr val="333333"/>
                  </a:solidFill>
                </a:rPr>
                <a:t>Meaningless bars</a:t>
              </a:r>
            </a:p>
          </p:txBody>
        </p:sp>
        <p:pic>
          <p:nvPicPr>
            <p:cNvPr id="63" name="Picture 62" descr="image.png"/>
            <p:cNvPicPr>
              <a:picLocks noChangeAspect="1"/>
            </p:cNvPicPr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3009824" y="6129057"/>
              <a:ext cx="190495" cy="162485"/>
            </a:xfrm>
            <a:prstGeom prst="rect">
              <a:avLst/>
            </a:prstGeom>
          </p:spPr>
        </p:pic>
        <p:sp>
          <p:nvSpPr>
            <p:cNvPr id="64" name="TextBox 63"/>
            <p:cNvSpPr txBox="1"/>
            <p:nvPr/>
          </p:nvSpPr>
          <p:spPr>
            <a:xfrm>
              <a:off x="3276518" y="6086475"/>
              <a:ext cx="1057248" cy="23812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196" b="0">
                  <a:solidFill>
                    <a:srgbClr val="333333"/>
                  </a:solidFill>
                </a:rPr>
                <a:t>No validation</a:t>
              </a:r>
            </a:p>
          </p:txBody>
        </p:sp>
        <p:pic>
          <p:nvPicPr>
            <p:cNvPr id="65" name="Picture 64" descr="image.png"/>
            <p:cNvPicPr>
              <a:picLocks noChangeAspect="1"/>
            </p:cNvPicPr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3009824" y="6433857"/>
              <a:ext cx="190495" cy="162485"/>
            </a:xfrm>
            <a:prstGeom prst="rect">
              <a:avLst/>
            </a:prstGeom>
          </p:spPr>
        </p:pic>
        <p:sp>
          <p:nvSpPr>
            <p:cNvPr id="66" name="TextBox 65"/>
            <p:cNvSpPr txBox="1"/>
            <p:nvPr/>
          </p:nvSpPr>
          <p:spPr>
            <a:xfrm>
              <a:off x="3276518" y="6400800"/>
              <a:ext cx="1381090" cy="23812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196" b="0">
                  <a:solidFill>
                    <a:srgbClr val="333333"/>
                  </a:solidFill>
                </a:rPr>
                <a:t>Inconsistent style</a:t>
              </a:r>
            </a:p>
          </p:txBody>
        </p:sp>
        <p:pic>
          <p:nvPicPr>
            <p:cNvPr id="67" name="Picture 66" descr="image.png"/>
            <p:cNvPicPr>
              <a:picLocks noChangeAspect="1"/>
            </p:cNvPicPr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7505512" y="5805207"/>
              <a:ext cx="190495" cy="162485"/>
            </a:xfrm>
            <a:prstGeom prst="rect">
              <a:avLst/>
            </a:prstGeom>
          </p:spPr>
        </p:pic>
        <p:sp>
          <p:nvSpPr>
            <p:cNvPr id="68" name="TextBox 67"/>
            <p:cNvSpPr txBox="1"/>
            <p:nvPr/>
          </p:nvSpPr>
          <p:spPr>
            <a:xfrm>
              <a:off x="7772205" y="5772150"/>
              <a:ext cx="1419189" cy="23812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196" b="0">
                  <a:solidFill>
                    <a:srgbClr val="333333"/>
                  </a:solidFill>
                </a:rPr>
                <a:t>Clear result cards</a:t>
              </a:r>
            </a:p>
          </p:txBody>
        </p:sp>
        <p:pic>
          <p:nvPicPr>
            <p:cNvPr id="69" name="Picture 68" descr="image.png"/>
            <p:cNvPicPr>
              <a:picLocks noChangeAspect="1"/>
            </p:cNvPicPr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7505512" y="6129057"/>
              <a:ext cx="190495" cy="162485"/>
            </a:xfrm>
            <a:prstGeom prst="rect">
              <a:avLst/>
            </a:prstGeom>
          </p:spPr>
        </p:pic>
        <p:sp>
          <p:nvSpPr>
            <p:cNvPr id="70" name="TextBox 69"/>
            <p:cNvSpPr txBox="1"/>
            <p:nvPr/>
          </p:nvSpPr>
          <p:spPr>
            <a:xfrm>
              <a:off x="7772205" y="6086475"/>
              <a:ext cx="1181070" cy="23812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196" b="0">
                  <a:solidFill>
                    <a:srgbClr val="333333"/>
                  </a:solidFill>
                </a:rPr>
                <a:t>Real-time ✓/✗</a:t>
              </a:r>
            </a:p>
          </p:txBody>
        </p:sp>
        <p:pic>
          <p:nvPicPr>
            <p:cNvPr id="71" name="Picture 70" descr="image.png"/>
            <p:cNvPicPr>
              <a:picLocks noChangeAspect="1"/>
            </p:cNvPicPr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7505512" y="6433857"/>
              <a:ext cx="190495" cy="162485"/>
            </a:xfrm>
            <a:prstGeom prst="rect">
              <a:avLst/>
            </a:prstGeom>
          </p:spPr>
        </p:pic>
        <p:sp>
          <p:nvSpPr>
            <p:cNvPr id="72" name="TextBox 71"/>
            <p:cNvSpPr txBox="1"/>
            <p:nvPr/>
          </p:nvSpPr>
          <p:spPr>
            <a:xfrm>
              <a:off x="7772205" y="6400800"/>
              <a:ext cx="1142971" cy="23812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196" b="0">
                  <a:solidFill>
                    <a:srgbClr val="333333"/>
                  </a:solidFill>
                </a:rPr>
                <a:t>Unified design</a:t>
              </a: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1232943" y="7139242"/>
              <a:ext cx="734432" cy="332862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196" b="1">
                  <a:solidFill>
                    <a:srgbClr val="1B5E20"/>
                  </a:solidFill>
                </a:rPr>
                <a:t> </a:t>
              </a:r>
              <a:r>
                <a:rPr sz="1196" b="1">
                  <a:solidFill>
                    <a:srgbClr val="C6A135"/>
                  </a:solidFill>
                </a:rPr>
                <a:t> </a:t>
              </a:r>
              <a:r>
                <a:rPr sz="1104"/>
                <a:t>  </a:t>
              </a:r>
              <a:r>
                <a:rPr sz="1196" b="1">
                  <a:solidFill>
                    <a:srgbClr val="C6A135"/>
                  </a:solidFill>
                </a:rPr>
                <a:t> </a:t>
              </a:r>
              <a:r>
                <a:rPr sz="1196" b="1">
                  <a:solidFill>
                    <a:srgbClr val="1B5E20"/>
                  </a:solidFill>
                </a:rPr>
                <a:t> Exam </a:t>
              </a:r>
            </a:p>
          </p:txBody>
        </p:sp>
        <p:sp>
          <p:nvSpPr>
            <p:cNvPr id="74" name="Rounded Rectangle 73"/>
            <p:cNvSpPr/>
            <p:nvPr/>
          </p:nvSpPr>
          <p:spPr>
            <a:xfrm>
              <a:off x="571485" y="7115175"/>
              <a:ext cx="380990" cy="380999"/>
            </a:xfrm>
            <a:prstGeom prst="roundRect">
              <a:avLst>
                <a:gd name="adj" fmla="val 50000"/>
              </a:avLst>
            </a:prstGeom>
            <a:solidFill>
              <a:srgbClr val="C6A135">
                <a:alpha val="10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75" name="Picture 74" descr="image.png"/>
            <p:cNvPicPr>
              <a:picLocks noChangeAspect="1"/>
            </p:cNvPicPr>
            <p:nvPr/>
          </p:nvPicPr>
          <p:blipFill>
            <a:blip r:embed="rId12">
              <a:alphaModFix/>
            </a:blip>
            <a:stretch>
              <a:fillRect/>
            </a:stretch>
          </p:blipFill>
          <p:spPr>
            <a:xfrm>
              <a:off x="647683" y="7208520"/>
              <a:ext cx="228594" cy="194309"/>
            </a:xfrm>
            <a:prstGeom prst="rect">
              <a:avLst/>
            </a:prstGeom>
          </p:spPr>
        </p:pic>
        <p:pic>
          <p:nvPicPr>
            <p:cNvPr id="76" name="Picture 75" descr="image.png"/>
            <p:cNvPicPr>
              <a:picLocks noChangeAspect="1"/>
            </p:cNvPicPr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3009824" y="7062507"/>
              <a:ext cx="190495" cy="162485"/>
            </a:xfrm>
            <a:prstGeom prst="rect">
              <a:avLst/>
            </a:prstGeom>
          </p:spPr>
        </p:pic>
        <p:sp>
          <p:nvSpPr>
            <p:cNvPr id="77" name="TextBox 76"/>
            <p:cNvSpPr txBox="1"/>
            <p:nvPr/>
          </p:nvSpPr>
          <p:spPr>
            <a:xfrm>
              <a:off x="3276518" y="7029450"/>
              <a:ext cx="1400139" cy="23812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196" b="0">
                  <a:solidFill>
                    <a:srgbClr val="333333"/>
                  </a:solidFill>
                </a:rPr>
                <a:t>Info buried in text</a:t>
              </a:r>
            </a:p>
          </p:txBody>
        </p:sp>
        <p:pic>
          <p:nvPicPr>
            <p:cNvPr id="78" name="Picture 77" descr="image.png"/>
            <p:cNvPicPr>
              <a:picLocks noChangeAspect="1"/>
            </p:cNvPicPr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3009824" y="7386357"/>
              <a:ext cx="190495" cy="162485"/>
            </a:xfrm>
            <a:prstGeom prst="rect">
              <a:avLst/>
            </a:prstGeom>
          </p:spPr>
        </p:pic>
        <p:sp>
          <p:nvSpPr>
            <p:cNvPr id="79" name="TextBox 78"/>
            <p:cNvSpPr txBox="1"/>
            <p:nvPr/>
          </p:nvSpPr>
          <p:spPr>
            <a:xfrm>
              <a:off x="3276518" y="7343775"/>
              <a:ext cx="1171545" cy="23812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196" b="0">
                  <a:solidFill>
                    <a:srgbClr val="333333"/>
                  </a:solidFill>
                </a:rPr>
                <a:t>Plain warnings</a:t>
              </a:r>
            </a:p>
          </p:txBody>
        </p:sp>
        <p:pic>
          <p:nvPicPr>
            <p:cNvPr id="80" name="Picture 79" descr="image.png"/>
            <p:cNvPicPr>
              <a:picLocks noChangeAspect="1"/>
            </p:cNvPicPr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7505512" y="7062507"/>
              <a:ext cx="190495" cy="162485"/>
            </a:xfrm>
            <a:prstGeom prst="rect">
              <a:avLst/>
            </a:prstGeom>
          </p:spPr>
        </p:pic>
        <p:sp>
          <p:nvSpPr>
            <p:cNvPr id="81" name="TextBox 80"/>
            <p:cNvSpPr txBox="1"/>
            <p:nvPr/>
          </p:nvSpPr>
          <p:spPr>
            <a:xfrm>
              <a:off x="7772205" y="7029450"/>
              <a:ext cx="1314417" cy="23812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196" b="0">
                  <a:solidFill>
                    <a:srgbClr val="333333"/>
                  </a:solidFill>
                </a:rPr>
                <a:t>Visual stat cards</a:t>
              </a:r>
            </a:p>
          </p:txBody>
        </p:sp>
        <p:pic>
          <p:nvPicPr>
            <p:cNvPr id="82" name="Picture 81" descr="image.png"/>
            <p:cNvPicPr>
              <a:picLocks noChangeAspect="1"/>
            </p:cNvPicPr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7505512" y="7386357"/>
              <a:ext cx="190495" cy="162485"/>
            </a:xfrm>
            <a:prstGeom prst="rect">
              <a:avLst/>
            </a:prstGeom>
          </p:spPr>
        </p:pic>
        <p:sp>
          <p:nvSpPr>
            <p:cNvPr id="83" name="TextBox 82"/>
            <p:cNvSpPr txBox="1"/>
            <p:nvPr/>
          </p:nvSpPr>
          <p:spPr>
            <a:xfrm>
              <a:off x="7772205" y="7343775"/>
              <a:ext cx="1581110" cy="23812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196" b="0">
                  <a:solidFill>
                    <a:srgbClr val="333333"/>
                  </a:solidFill>
                </a:rPr>
                <a:t>Checklist + tip cards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1239219" y="380999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C6A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382090" y="555948"/>
            <a:ext cx="285742" cy="22160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80990" y="380999"/>
            <a:ext cx="5410064" cy="4762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392" b="1">
                <a:solidFill>
                  <a:srgbClr val="1B5E20"/>
                </a:solidFill>
              </a:rPr>
              <a:t>USABILITY GOALS ACHIEVEMENT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91CBA54C-A7C8-D3E2-D082-3FC5444FC974}"/>
              </a:ext>
            </a:extLst>
          </p:cNvPr>
          <p:cNvGrpSpPr/>
          <p:nvPr/>
        </p:nvGrpSpPr>
        <p:grpSpPr>
          <a:xfrm>
            <a:off x="380990" y="1087779"/>
            <a:ext cx="11429714" cy="5647317"/>
            <a:chOff x="380990" y="1238249"/>
            <a:chExt cx="11429714" cy="6553200"/>
          </a:xfrm>
        </p:grpSpPr>
        <p:sp>
          <p:nvSpPr>
            <p:cNvPr id="5" name="Rounded Rectangle 4"/>
            <p:cNvSpPr/>
            <p:nvPr/>
          </p:nvSpPr>
          <p:spPr>
            <a:xfrm>
              <a:off x="380990" y="1238249"/>
              <a:ext cx="11429714" cy="933449"/>
            </a:xfrm>
            <a:prstGeom prst="roundRect">
              <a:avLst>
                <a:gd name="adj" fmla="val 24489"/>
              </a:avLst>
            </a:prstGeom>
            <a:solidFill>
              <a:srgbClr val="F9F9F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Rectangle 5"/>
            <p:cNvSpPr/>
            <p:nvPr/>
          </p:nvSpPr>
          <p:spPr>
            <a:xfrm>
              <a:off x="380990" y="1238249"/>
              <a:ext cx="761980" cy="933449"/>
            </a:xfrm>
            <a:prstGeom prst="rect">
              <a:avLst/>
            </a:prstGeom>
            <a:solidFill>
              <a:srgbClr val="1B5E2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7" name="Picture 6" descr="image.png"/>
            <p:cNvPicPr>
              <a:picLocks noChangeAspect="1"/>
            </p:cNvPicPr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47683" y="1607820"/>
              <a:ext cx="228594" cy="194309"/>
            </a:xfrm>
            <a:prstGeom prst="rect">
              <a:avLst/>
            </a:prstGeom>
          </p:spPr>
        </p:pic>
        <p:sp>
          <p:nvSpPr>
            <p:cNvPr id="8" name="TextBox 7"/>
            <p:cNvSpPr txBox="1"/>
            <p:nvPr/>
          </p:nvSpPr>
          <p:spPr>
            <a:xfrm>
              <a:off x="1333466" y="1523277"/>
              <a:ext cx="1281633" cy="363397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315" b="1" dirty="0">
                  <a:solidFill>
                    <a:srgbClr val="1B5E20"/>
                  </a:solidFill>
                </a:rPr>
                <a:t> </a:t>
              </a:r>
              <a:r>
                <a:rPr sz="1104" dirty="0"/>
                <a:t>  </a:t>
              </a:r>
              <a:r>
                <a:rPr sz="1315" b="1" dirty="0">
                  <a:solidFill>
                    <a:srgbClr val="1B5E20"/>
                  </a:solidFill>
                </a:rPr>
                <a:t> </a:t>
              </a:r>
              <a:r>
                <a:rPr lang="ar-EG" sz="1315" b="1" dirty="0">
                  <a:solidFill>
                    <a:srgbClr val="1B5E20"/>
                  </a:solidFill>
                </a:rPr>
                <a:t> </a:t>
              </a:r>
              <a:r>
                <a:rPr sz="1315" b="1" dirty="0">
                  <a:solidFill>
                    <a:srgbClr val="1B5E20"/>
                  </a:solidFill>
                </a:rPr>
                <a:t>Effectiveness </a:t>
              </a:r>
            </a:p>
          </p:txBody>
        </p:sp>
        <p:pic>
          <p:nvPicPr>
            <p:cNvPr id="9" name="Picture 8" descr="image.png"/>
            <p:cNvPicPr>
              <a:picLocks noChangeAspect="1"/>
            </p:cNvPicPr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333466" y="1634966"/>
              <a:ext cx="228594" cy="140017"/>
            </a:xfrm>
            <a:prstGeom prst="rect">
              <a:avLst/>
            </a:prstGeom>
          </p:spPr>
        </p:pic>
        <p:pic>
          <p:nvPicPr>
            <p:cNvPr id="10" name="Picture 9" descr="image.png"/>
            <p:cNvPicPr>
              <a:picLocks noChangeAspect="1"/>
            </p:cNvPicPr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047923" y="1485900"/>
              <a:ext cx="228594" cy="114300"/>
            </a:xfrm>
            <a:prstGeom prst="rect">
              <a:avLst/>
            </a:prstGeom>
          </p:spPr>
        </p:pic>
        <p:sp>
          <p:nvSpPr>
            <p:cNvPr id="11" name="TextBox 10"/>
            <p:cNvSpPr txBox="1"/>
            <p:nvPr/>
          </p:nvSpPr>
          <p:spPr>
            <a:xfrm>
              <a:off x="3371765" y="1428750"/>
              <a:ext cx="2590735" cy="23812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196" b="1">
                  <a:solidFill>
                    <a:srgbClr val="C6A135"/>
                  </a:solidFill>
                </a:rPr>
                <a:t>Clear paths</a:t>
              </a:r>
              <a:r>
                <a:rPr sz="1196" b="0">
                  <a:solidFill>
                    <a:srgbClr val="333333"/>
                  </a:solidFill>
                </a:rPr>
                <a:t> to complete all tasks</a:t>
              </a:r>
            </a:p>
          </p:txBody>
        </p:sp>
        <p:pic>
          <p:nvPicPr>
            <p:cNvPr id="12" name="Picture 11" descr="image.png"/>
            <p:cNvPicPr>
              <a:picLocks noChangeAspect="1"/>
            </p:cNvPicPr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047923" y="1809749"/>
              <a:ext cx="228594" cy="114300"/>
            </a:xfrm>
            <a:prstGeom prst="rect">
              <a:avLst/>
            </a:prstGeom>
          </p:spPr>
        </p:pic>
        <p:sp>
          <p:nvSpPr>
            <p:cNvPr id="13" name="TextBox 12"/>
            <p:cNvSpPr txBox="1"/>
            <p:nvPr/>
          </p:nvSpPr>
          <p:spPr>
            <a:xfrm>
              <a:off x="3371765" y="1743075"/>
              <a:ext cx="2657408" cy="23812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196" b="1">
                  <a:solidFill>
                    <a:srgbClr val="C6A135"/>
                  </a:solidFill>
                </a:rPr>
                <a:t>Step-by-step wizards</a:t>
              </a:r>
              <a:r>
                <a:rPr sz="1196" b="0">
                  <a:solidFill>
                    <a:srgbClr val="333333"/>
                  </a:solidFill>
                </a:rPr>
                <a:t> guide users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380990" y="2362199"/>
              <a:ext cx="11429714" cy="933449"/>
            </a:xfrm>
            <a:prstGeom prst="roundRect">
              <a:avLst>
                <a:gd name="adj" fmla="val 24489"/>
              </a:avLst>
            </a:prstGeom>
            <a:solidFill>
              <a:srgbClr val="F9F9F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380990" y="2362199"/>
              <a:ext cx="761980" cy="933449"/>
            </a:xfrm>
            <a:prstGeom prst="rect">
              <a:avLst/>
            </a:prstGeom>
            <a:solidFill>
              <a:srgbClr val="1B5E2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16" name="Picture 15" descr="image.png"/>
            <p:cNvPicPr>
              <a:picLocks noChangeAspect="1"/>
            </p:cNvPicPr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647683" y="2747486"/>
              <a:ext cx="228594" cy="162877"/>
            </a:xfrm>
            <a:prstGeom prst="rect">
              <a:avLst/>
            </a:prstGeom>
          </p:spPr>
        </p:pic>
        <p:sp>
          <p:nvSpPr>
            <p:cNvPr id="17" name="TextBox 16"/>
            <p:cNvSpPr txBox="1"/>
            <p:nvPr/>
          </p:nvSpPr>
          <p:spPr>
            <a:xfrm>
              <a:off x="1333466" y="2695575"/>
              <a:ext cx="1714457" cy="266699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315" b="1" dirty="0">
                  <a:solidFill>
                    <a:srgbClr val="1B5E20"/>
                  </a:solidFill>
                </a:rPr>
                <a:t> </a:t>
              </a:r>
              <a:r>
                <a:rPr sz="1104" dirty="0"/>
                <a:t>  </a:t>
              </a:r>
              <a:r>
                <a:rPr sz="1315" b="1" dirty="0">
                  <a:solidFill>
                    <a:srgbClr val="1B5E20"/>
                  </a:solidFill>
                </a:rPr>
                <a:t> Efficiency </a:t>
              </a:r>
            </a:p>
          </p:txBody>
        </p:sp>
        <p:pic>
          <p:nvPicPr>
            <p:cNvPr id="18" name="Picture 17" descr="image.png"/>
            <p:cNvPicPr>
              <a:picLocks noChangeAspect="1"/>
            </p:cNvPicPr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1333466" y="2740342"/>
              <a:ext cx="228594" cy="177164"/>
            </a:xfrm>
            <a:prstGeom prst="rect">
              <a:avLst/>
            </a:prstGeom>
          </p:spPr>
        </p:pic>
        <p:pic>
          <p:nvPicPr>
            <p:cNvPr id="19" name="Picture 18" descr="image.png"/>
            <p:cNvPicPr>
              <a:picLocks noChangeAspect="1"/>
            </p:cNvPicPr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047923" y="2609850"/>
              <a:ext cx="228594" cy="11430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3371765" y="2500705"/>
              <a:ext cx="1968744" cy="342117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196" b="1" dirty="0">
                  <a:solidFill>
                    <a:srgbClr val="C6A135"/>
                  </a:solidFill>
                </a:rPr>
                <a:t>Reduced navigation</a:t>
              </a:r>
              <a:r>
                <a:rPr sz="1196" b="0" dirty="0">
                  <a:solidFill>
                    <a:srgbClr val="333333"/>
                  </a:solidFill>
                </a:rPr>
                <a:t> (14 → 6)</a:t>
              </a:r>
            </a:p>
          </p:txBody>
        </p:sp>
        <p:pic>
          <p:nvPicPr>
            <p:cNvPr id="21" name="Picture 20" descr="image.png"/>
            <p:cNvPicPr>
              <a:picLocks noChangeAspect="1"/>
            </p:cNvPicPr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047923" y="2933699"/>
              <a:ext cx="228594" cy="114300"/>
            </a:xfrm>
            <a:prstGeom prst="rect">
              <a:avLst/>
            </a:prstGeom>
          </p:spPr>
        </p:pic>
        <p:sp>
          <p:nvSpPr>
            <p:cNvPr id="22" name="TextBox 21"/>
            <p:cNvSpPr txBox="1"/>
            <p:nvPr/>
          </p:nvSpPr>
          <p:spPr>
            <a:xfrm>
              <a:off x="3371765" y="2867025"/>
              <a:ext cx="2324041" cy="23812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196" b="1">
                  <a:solidFill>
                    <a:srgbClr val="C6A135"/>
                  </a:solidFill>
                </a:rPr>
                <a:t>Prominent CTAs</a:t>
              </a:r>
              <a:r>
                <a:rPr sz="1196" b="0">
                  <a:solidFill>
                    <a:srgbClr val="333333"/>
                  </a:solidFill>
                </a:rPr>
                <a:t>, fewer clicks</a:t>
              </a: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380990" y="3486150"/>
              <a:ext cx="11429714" cy="933449"/>
            </a:xfrm>
            <a:prstGeom prst="roundRect">
              <a:avLst>
                <a:gd name="adj" fmla="val 24489"/>
              </a:avLst>
            </a:prstGeom>
            <a:solidFill>
              <a:srgbClr val="F9F9F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380990" y="3486150"/>
              <a:ext cx="761980" cy="933449"/>
            </a:xfrm>
            <a:prstGeom prst="rect">
              <a:avLst/>
            </a:prstGeom>
            <a:solidFill>
              <a:srgbClr val="1B5E2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25" name="Picture 24" descr="image.png"/>
            <p:cNvPicPr>
              <a:picLocks noChangeAspect="1"/>
            </p:cNvPicPr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647683" y="3844290"/>
              <a:ext cx="228594" cy="217170"/>
            </a:xfrm>
            <a:prstGeom prst="rect">
              <a:avLst/>
            </a:prstGeom>
          </p:spPr>
        </p:pic>
        <p:sp>
          <p:nvSpPr>
            <p:cNvPr id="26" name="TextBox 25"/>
            <p:cNvSpPr txBox="1"/>
            <p:nvPr/>
          </p:nvSpPr>
          <p:spPr>
            <a:xfrm>
              <a:off x="1343298" y="3771176"/>
              <a:ext cx="807978" cy="363397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315" b="1" dirty="0">
                  <a:solidFill>
                    <a:srgbClr val="1B5E20"/>
                  </a:solidFill>
                </a:rPr>
                <a:t> </a:t>
              </a:r>
              <a:r>
                <a:rPr sz="1104" dirty="0"/>
                <a:t>  </a:t>
              </a:r>
              <a:r>
                <a:rPr sz="1315" b="1" dirty="0">
                  <a:solidFill>
                    <a:srgbClr val="1B5E20"/>
                  </a:solidFill>
                </a:rPr>
                <a:t> </a:t>
              </a:r>
              <a:r>
                <a:rPr lang="ar-EG" sz="1315" b="1" dirty="0">
                  <a:solidFill>
                    <a:srgbClr val="1B5E20"/>
                  </a:solidFill>
                </a:rPr>
                <a:t> </a:t>
              </a:r>
              <a:r>
                <a:rPr sz="1315" b="1" dirty="0">
                  <a:solidFill>
                    <a:srgbClr val="1B5E20"/>
                  </a:solidFill>
                </a:rPr>
                <a:t>Safety </a:t>
              </a:r>
            </a:p>
          </p:txBody>
        </p:sp>
        <p:pic>
          <p:nvPicPr>
            <p:cNvPr id="27" name="Picture 26" descr="image.png"/>
            <p:cNvPicPr>
              <a:picLocks noChangeAspect="1"/>
            </p:cNvPicPr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1333466" y="3844290"/>
              <a:ext cx="228594" cy="217170"/>
            </a:xfrm>
            <a:prstGeom prst="rect">
              <a:avLst/>
            </a:prstGeom>
          </p:spPr>
        </p:pic>
        <p:pic>
          <p:nvPicPr>
            <p:cNvPr id="28" name="Picture 27" descr="image.png"/>
            <p:cNvPicPr>
              <a:picLocks noChangeAspect="1"/>
            </p:cNvPicPr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047923" y="3733799"/>
              <a:ext cx="228594" cy="114300"/>
            </a:xfrm>
            <a:prstGeom prst="rect">
              <a:avLst/>
            </a:prstGeom>
          </p:spPr>
        </p:pic>
        <p:sp>
          <p:nvSpPr>
            <p:cNvPr id="29" name="TextBox 28"/>
            <p:cNvSpPr txBox="1"/>
            <p:nvPr/>
          </p:nvSpPr>
          <p:spPr>
            <a:xfrm>
              <a:off x="3371765" y="3676649"/>
              <a:ext cx="2562160" cy="23812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196" b="1">
                  <a:solidFill>
                    <a:srgbClr val="C6A135"/>
                  </a:solidFill>
                </a:rPr>
                <a:t>Input constraints</a:t>
              </a:r>
              <a:r>
                <a:rPr sz="1196" b="0">
                  <a:solidFill>
                    <a:srgbClr val="333333"/>
                  </a:solidFill>
                </a:rPr>
                <a:t> prevent errors</a:t>
              </a:r>
            </a:p>
          </p:txBody>
        </p:sp>
        <p:pic>
          <p:nvPicPr>
            <p:cNvPr id="30" name="Picture 29" descr="image.png"/>
            <p:cNvPicPr>
              <a:picLocks noChangeAspect="1"/>
            </p:cNvPicPr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047923" y="4057650"/>
              <a:ext cx="228594" cy="114300"/>
            </a:xfrm>
            <a:prstGeom prst="rect">
              <a:avLst/>
            </a:prstGeom>
          </p:spPr>
        </p:pic>
        <p:sp>
          <p:nvSpPr>
            <p:cNvPr id="31" name="TextBox 30"/>
            <p:cNvSpPr txBox="1"/>
            <p:nvPr/>
          </p:nvSpPr>
          <p:spPr>
            <a:xfrm>
              <a:off x="3371765" y="3990974"/>
              <a:ext cx="3438439" cy="23812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196" b="1">
                  <a:solidFill>
                    <a:srgbClr val="C6A135"/>
                  </a:solidFill>
                </a:rPr>
                <a:t>Confirmation dialogs</a:t>
              </a:r>
              <a:r>
                <a:rPr sz="1196" b="0">
                  <a:solidFill>
                    <a:srgbClr val="333333"/>
                  </a:solidFill>
                </a:rPr>
                <a:t> for important actions</a:t>
              </a:r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380990" y="4610099"/>
              <a:ext cx="11429714" cy="933449"/>
            </a:xfrm>
            <a:prstGeom prst="roundRect">
              <a:avLst>
                <a:gd name="adj" fmla="val 24489"/>
              </a:avLst>
            </a:prstGeom>
            <a:solidFill>
              <a:srgbClr val="F9F9F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380990" y="4610099"/>
              <a:ext cx="761980" cy="933449"/>
            </a:xfrm>
            <a:prstGeom prst="rect">
              <a:avLst/>
            </a:prstGeom>
            <a:solidFill>
              <a:srgbClr val="1B5E2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34" name="Picture 33" descr="image.png"/>
            <p:cNvPicPr>
              <a:picLocks noChangeAspect="1"/>
            </p:cNvPicPr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647683" y="4988242"/>
              <a:ext cx="228594" cy="177164"/>
            </a:xfrm>
            <a:prstGeom prst="rect">
              <a:avLst/>
            </a:prstGeom>
          </p:spPr>
        </p:pic>
        <p:sp>
          <p:nvSpPr>
            <p:cNvPr id="35" name="TextBox 34"/>
            <p:cNvSpPr txBox="1"/>
            <p:nvPr/>
          </p:nvSpPr>
          <p:spPr>
            <a:xfrm>
              <a:off x="1333466" y="4895126"/>
              <a:ext cx="1197700" cy="363397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315" b="1" dirty="0">
                  <a:solidFill>
                    <a:srgbClr val="1B5E20"/>
                  </a:solidFill>
                </a:rPr>
                <a:t> </a:t>
              </a:r>
              <a:r>
                <a:rPr sz="1104" dirty="0"/>
                <a:t>  </a:t>
              </a:r>
              <a:r>
                <a:rPr sz="1315" b="1" dirty="0">
                  <a:solidFill>
                    <a:srgbClr val="1B5E20"/>
                  </a:solidFill>
                </a:rPr>
                <a:t> </a:t>
              </a:r>
              <a:r>
                <a:rPr lang="ar-EG" sz="1315" b="1" dirty="0">
                  <a:solidFill>
                    <a:srgbClr val="1B5E20"/>
                  </a:solidFill>
                </a:rPr>
                <a:t> </a:t>
              </a:r>
              <a:r>
                <a:rPr sz="1315" b="1" dirty="0">
                  <a:solidFill>
                    <a:srgbClr val="1B5E20"/>
                  </a:solidFill>
                </a:rPr>
                <a:t>Learnability </a:t>
              </a:r>
            </a:p>
          </p:txBody>
        </p:sp>
        <p:pic>
          <p:nvPicPr>
            <p:cNvPr id="36" name="Picture 35" descr="image.png"/>
            <p:cNvPicPr>
              <a:picLocks noChangeAspect="1"/>
            </p:cNvPicPr>
            <p:nvPr/>
          </p:nvPicPr>
          <p:blipFill>
            <a:blip r:embed="rId11">
              <a:alphaModFix/>
            </a:blip>
            <a:stretch>
              <a:fillRect/>
            </a:stretch>
          </p:blipFill>
          <p:spPr>
            <a:xfrm>
              <a:off x="1333466" y="4991100"/>
              <a:ext cx="228594" cy="171450"/>
            </a:xfrm>
            <a:prstGeom prst="rect">
              <a:avLst/>
            </a:prstGeom>
          </p:spPr>
        </p:pic>
        <p:pic>
          <p:nvPicPr>
            <p:cNvPr id="37" name="Picture 36" descr="image.png"/>
            <p:cNvPicPr>
              <a:picLocks noChangeAspect="1"/>
            </p:cNvPicPr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047923" y="4857750"/>
              <a:ext cx="228594" cy="114300"/>
            </a:xfrm>
            <a:prstGeom prst="rect">
              <a:avLst/>
            </a:prstGeom>
          </p:spPr>
        </p:pic>
        <p:sp>
          <p:nvSpPr>
            <p:cNvPr id="38" name="TextBox 37"/>
            <p:cNvSpPr txBox="1"/>
            <p:nvPr/>
          </p:nvSpPr>
          <p:spPr>
            <a:xfrm>
              <a:off x="3371765" y="4800600"/>
              <a:ext cx="2114497" cy="23812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196" b="0">
                  <a:solidFill>
                    <a:srgbClr val="333333"/>
                  </a:solidFill>
                </a:rPr>
                <a:t>Self-explanatory interface</a:t>
              </a:r>
            </a:p>
          </p:txBody>
        </p:sp>
        <p:pic>
          <p:nvPicPr>
            <p:cNvPr id="39" name="Picture 38" descr="image.png"/>
            <p:cNvPicPr>
              <a:picLocks noChangeAspect="1"/>
            </p:cNvPicPr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047923" y="5181599"/>
              <a:ext cx="228594" cy="114300"/>
            </a:xfrm>
            <a:prstGeom prst="rect">
              <a:avLst/>
            </a:prstGeom>
          </p:spPr>
        </p:pic>
        <p:sp>
          <p:nvSpPr>
            <p:cNvPr id="40" name="TextBox 39"/>
            <p:cNvSpPr txBox="1"/>
            <p:nvPr/>
          </p:nvSpPr>
          <p:spPr>
            <a:xfrm>
              <a:off x="3371765" y="5114925"/>
              <a:ext cx="3038399" cy="23812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196" b="1">
                  <a:solidFill>
                    <a:srgbClr val="C6A135"/>
                  </a:solidFill>
                </a:rPr>
                <a:t>Familiar patterns</a:t>
              </a:r>
              <a:r>
                <a:rPr sz="1196" b="0">
                  <a:solidFill>
                    <a:srgbClr val="333333"/>
                  </a:solidFill>
                </a:rPr>
                <a:t> (drag-drop, wizards)</a:t>
              </a:r>
            </a:p>
          </p:txBody>
        </p:sp>
        <p:sp>
          <p:nvSpPr>
            <p:cNvPr id="41" name="Rounded Rectangle 40"/>
            <p:cNvSpPr/>
            <p:nvPr/>
          </p:nvSpPr>
          <p:spPr>
            <a:xfrm>
              <a:off x="380990" y="5734050"/>
              <a:ext cx="11429714" cy="933449"/>
            </a:xfrm>
            <a:prstGeom prst="roundRect">
              <a:avLst>
                <a:gd name="adj" fmla="val 24489"/>
              </a:avLst>
            </a:prstGeom>
            <a:solidFill>
              <a:srgbClr val="F9F9F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380990" y="5734050"/>
              <a:ext cx="761980" cy="933449"/>
            </a:xfrm>
            <a:prstGeom prst="rect">
              <a:avLst/>
            </a:prstGeom>
            <a:solidFill>
              <a:srgbClr val="1B5E2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43" name="Picture 42" descr="image.png"/>
            <p:cNvPicPr>
              <a:picLocks noChangeAspect="1"/>
            </p:cNvPicPr>
            <p:nvPr/>
          </p:nvPicPr>
          <p:blipFill>
            <a:blip r:embed="rId12">
              <a:alphaModFix/>
            </a:blip>
            <a:stretch>
              <a:fillRect/>
            </a:stretch>
          </p:blipFill>
          <p:spPr>
            <a:xfrm>
              <a:off x="647683" y="6112192"/>
              <a:ext cx="228594" cy="177164"/>
            </a:xfrm>
            <a:prstGeom prst="rect">
              <a:avLst/>
            </a:prstGeom>
          </p:spPr>
        </p:pic>
        <p:sp>
          <p:nvSpPr>
            <p:cNvPr id="44" name="TextBox 43"/>
            <p:cNvSpPr txBox="1"/>
            <p:nvPr/>
          </p:nvSpPr>
          <p:spPr>
            <a:xfrm>
              <a:off x="1333466" y="6019076"/>
              <a:ext cx="1327030" cy="363397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315" b="1" dirty="0">
                  <a:solidFill>
                    <a:srgbClr val="1B5E20"/>
                  </a:solidFill>
                </a:rPr>
                <a:t> </a:t>
              </a:r>
              <a:r>
                <a:rPr sz="1104" dirty="0"/>
                <a:t>  </a:t>
              </a:r>
              <a:r>
                <a:rPr sz="1315" b="1" dirty="0">
                  <a:solidFill>
                    <a:srgbClr val="1B5E20"/>
                  </a:solidFill>
                </a:rPr>
                <a:t> </a:t>
              </a:r>
              <a:r>
                <a:rPr lang="ar-EG" sz="1315" b="1" dirty="0">
                  <a:solidFill>
                    <a:srgbClr val="1B5E20"/>
                  </a:solidFill>
                </a:rPr>
                <a:t> </a:t>
              </a:r>
              <a:r>
                <a:rPr sz="1315" b="1" dirty="0">
                  <a:solidFill>
                    <a:srgbClr val="1B5E20"/>
                  </a:solidFill>
                </a:rPr>
                <a:t>Memorability </a:t>
              </a:r>
            </a:p>
          </p:txBody>
        </p:sp>
        <p:pic>
          <p:nvPicPr>
            <p:cNvPr id="45" name="Picture 44" descr="image.png"/>
            <p:cNvPicPr>
              <a:picLocks noChangeAspect="1"/>
            </p:cNvPicPr>
            <p:nvPr/>
          </p:nvPicPr>
          <p:blipFill>
            <a:blip r:embed="rId13">
              <a:alphaModFix/>
            </a:blip>
            <a:stretch>
              <a:fillRect/>
            </a:stretch>
          </p:blipFill>
          <p:spPr>
            <a:xfrm>
              <a:off x="1333466" y="6112192"/>
              <a:ext cx="228594" cy="177164"/>
            </a:xfrm>
            <a:prstGeom prst="rect">
              <a:avLst/>
            </a:prstGeom>
          </p:spPr>
        </p:pic>
        <p:pic>
          <p:nvPicPr>
            <p:cNvPr id="46" name="Picture 45" descr="image.png"/>
            <p:cNvPicPr>
              <a:picLocks noChangeAspect="1"/>
            </p:cNvPicPr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047923" y="5981699"/>
              <a:ext cx="228594" cy="114300"/>
            </a:xfrm>
            <a:prstGeom prst="rect">
              <a:avLst/>
            </a:prstGeom>
          </p:spPr>
        </p:pic>
        <p:sp>
          <p:nvSpPr>
            <p:cNvPr id="47" name="TextBox 46"/>
            <p:cNvSpPr txBox="1"/>
            <p:nvPr/>
          </p:nvSpPr>
          <p:spPr>
            <a:xfrm>
              <a:off x="3371765" y="5924549"/>
              <a:ext cx="2733606" cy="23812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196" b="1">
                  <a:solidFill>
                    <a:srgbClr val="C6A135"/>
                  </a:solidFill>
                </a:rPr>
                <a:t>Consistent design</a:t>
              </a:r>
              <a:r>
                <a:rPr sz="1196" b="0">
                  <a:solidFill>
                    <a:srgbClr val="333333"/>
                  </a:solidFill>
                </a:rPr>
                <a:t> across all pages</a:t>
              </a:r>
            </a:p>
          </p:txBody>
        </p:sp>
        <p:pic>
          <p:nvPicPr>
            <p:cNvPr id="48" name="Picture 47" descr="image.png"/>
            <p:cNvPicPr>
              <a:picLocks noChangeAspect="1"/>
            </p:cNvPicPr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047923" y="6305550"/>
              <a:ext cx="228594" cy="114300"/>
            </a:xfrm>
            <a:prstGeom prst="rect">
              <a:avLst/>
            </a:prstGeom>
          </p:spPr>
        </p:pic>
        <p:sp>
          <p:nvSpPr>
            <p:cNvPr id="49" name="TextBox 48"/>
            <p:cNvSpPr txBox="1"/>
            <p:nvPr/>
          </p:nvSpPr>
          <p:spPr>
            <a:xfrm>
              <a:off x="3371765" y="6238874"/>
              <a:ext cx="3438439" cy="23812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196" b="1">
                  <a:solidFill>
                    <a:srgbClr val="C6A135"/>
                  </a:solidFill>
                </a:rPr>
                <a:t>Recognition over recall</a:t>
              </a:r>
              <a:r>
                <a:rPr sz="1196" b="0">
                  <a:solidFill>
                    <a:srgbClr val="333333"/>
                  </a:solidFill>
                </a:rPr>
                <a:t> (dropdowns, icons)</a:t>
              </a:r>
            </a:p>
          </p:txBody>
        </p:sp>
        <p:sp>
          <p:nvSpPr>
            <p:cNvPr id="50" name="Rounded Rectangle 49"/>
            <p:cNvSpPr/>
            <p:nvPr/>
          </p:nvSpPr>
          <p:spPr>
            <a:xfrm>
              <a:off x="380990" y="6858000"/>
              <a:ext cx="11429714" cy="933449"/>
            </a:xfrm>
            <a:prstGeom prst="roundRect">
              <a:avLst>
                <a:gd name="adj" fmla="val 24489"/>
              </a:avLst>
            </a:prstGeom>
            <a:solidFill>
              <a:srgbClr val="F9F9F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1" name="Rectangle 50"/>
            <p:cNvSpPr/>
            <p:nvPr/>
          </p:nvSpPr>
          <p:spPr>
            <a:xfrm>
              <a:off x="380990" y="6858000"/>
              <a:ext cx="761980" cy="933449"/>
            </a:xfrm>
            <a:prstGeom prst="rect">
              <a:avLst/>
            </a:prstGeom>
            <a:solidFill>
              <a:srgbClr val="1B5E2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52" name="Picture 51" descr="image.png"/>
            <p:cNvPicPr>
              <a:picLocks noChangeAspect="1"/>
            </p:cNvPicPr>
            <p:nvPr/>
          </p:nvPicPr>
          <p:blipFill>
            <a:blip r:embed="rId14">
              <a:alphaModFix/>
            </a:blip>
            <a:stretch>
              <a:fillRect/>
            </a:stretch>
          </p:blipFill>
          <p:spPr>
            <a:xfrm>
              <a:off x="647683" y="7214711"/>
              <a:ext cx="228594" cy="220027"/>
            </a:xfrm>
            <a:prstGeom prst="rect">
              <a:avLst/>
            </a:prstGeom>
          </p:spPr>
        </p:pic>
        <p:sp>
          <p:nvSpPr>
            <p:cNvPr id="53" name="TextBox 52"/>
            <p:cNvSpPr txBox="1"/>
            <p:nvPr/>
          </p:nvSpPr>
          <p:spPr>
            <a:xfrm>
              <a:off x="1333466" y="7143026"/>
              <a:ext cx="804964" cy="363397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315" b="1" dirty="0">
                  <a:solidFill>
                    <a:srgbClr val="1B5E20"/>
                  </a:solidFill>
                </a:rPr>
                <a:t> </a:t>
              </a:r>
              <a:r>
                <a:rPr sz="1104" dirty="0"/>
                <a:t>  </a:t>
              </a:r>
              <a:r>
                <a:rPr sz="1315" b="1" dirty="0">
                  <a:solidFill>
                    <a:srgbClr val="1B5E20"/>
                  </a:solidFill>
                </a:rPr>
                <a:t> </a:t>
              </a:r>
              <a:r>
                <a:rPr lang="ar-EG" sz="1315" b="1" dirty="0">
                  <a:solidFill>
                    <a:srgbClr val="1B5E20"/>
                  </a:solidFill>
                </a:rPr>
                <a:t> </a:t>
              </a:r>
              <a:r>
                <a:rPr sz="1315" b="1" dirty="0">
                  <a:solidFill>
                    <a:srgbClr val="1B5E20"/>
                  </a:solidFill>
                </a:rPr>
                <a:t>Utility </a:t>
              </a:r>
            </a:p>
          </p:txBody>
        </p:sp>
        <p:pic>
          <p:nvPicPr>
            <p:cNvPr id="54" name="Picture 53" descr="image.png"/>
            <p:cNvPicPr>
              <a:picLocks noChangeAspect="1"/>
            </p:cNvPicPr>
            <p:nvPr/>
          </p:nvPicPr>
          <p:blipFill>
            <a:blip r:embed="rId15">
              <a:alphaModFix/>
            </a:blip>
            <a:stretch>
              <a:fillRect/>
            </a:stretch>
          </p:blipFill>
          <p:spPr>
            <a:xfrm>
              <a:off x="1333466" y="7227569"/>
              <a:ext cx="228594" cy="194309"/>
            </a:xfrm>
            <a:prstGeom prst="rect">
              <a:avLst/>
            </a:prstGeom>
          </p:spPr>
        </p:pic>
        <p:pic>
          <p:nvPicPr>
            <p:cNvPr id="55" name="Picture 54" descr="image.png"/>
            <p:cNvPicPr>
              <a:picLocks noChangeAspect="1"/>
            </p:cNvPicPr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047923" y="7105650"/>
              <a:ext cx="228594" cy="114300"/>
            </a:xfrm>
            <a:prstGeom prst="rect">
              <a:avLst/>
            </a:prstGeom>
          </p:spPr>
        </p:pic>
        <p:sp>
          <p:nvSpPr>
            <p:cNvPr id="56" name="TextBox 55"/>
            <p:cNvSpPr txBox="1"/>
            <p:nvPr/>
          </p:nvSpPr>
          <p:spPr>
            <a:xfrm>
              <a:off x="3371765" y="7048500"/>
              <a:ext cx="2609784" cy="23812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196" b="1">
                  <a:solidFill>
                    <a:srgbClr val="C6A135"/>
                  </a:solidFill>
                </a:rPr>
                <a:t>All required functions</a:t>
              </a:r>
              <a:r>
                <a:rPr sz="1196" b="0">
                  <a:solidFill>
                    <a:srgbClr val="333333"/>
                  </a:solidFill>
                </a:rPr>
                <a:t> accessible</a:t>
              </a:r>
            </a:p>
          </p:txBody>
        </p:sp>
        <p:pic>
          <p:nvPicPr>
            <p:cNvPr id="57" name="Picture 56" descr="image.png"/>
            <p:cNvPicPr>
              <a:picLocks noChangeAspect="1"/>
            </p:cNvPicPr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047923" y="7429500"/>
              <a:ext cx="228594" cy="114300"/>
            </a:xfrm>
            <a:prstGeom prst="rect">
              <a:avLst/>
            </a:prstGeom>
          </p:spPr>
        </p:pic>
        <p:sp>
          <p:nvSpPr>
            <p:cNvPr id="58" name="TextBox 57"/>
            <p:cNvSpPr txBox="1"/>
            <p:nvPr/>
          </p:nvSpPr>
          <p:spPr>
            <a:xfrm>
              <a:off x="3371765" y="7362824"/>
              <a:ext cx="3438439" cy="23812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196" b="1">
                  <a:solidFill>
                    <a:srgbClr val="C6A135"/>
                  </a:solidFill>
                </a:rPr>
                <a:t>Extra features</a:t>
              </a:r>
              <a:r>
                <a:rPr sz="1196" b="0">
                  <a:solidFill>
                    <a:srgbClr val="333333"/>
                  </a:solidFill>
                </a:rPr>
                <a:t>: Print receipt, Download PDF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1239219" y="380999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C6A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382090" y="555948"/>
            <a:ext cx="285742" cy="22160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80990" y="380999"/>
            <a:ext cx="6772105" cy="4762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392" b="1">
                <a:solidFill>
                  <a:srgbClr val="1B5E20"/>
                </a:solidFill>
              </a:rPr>
              <a:t>NORMAN'S EMOTIONAL DESIGN APPLIED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8D721E0A-8921-09E1-DC3B-E5EA0FAFA192}"/>
              </a:ext>
            </a:extLst>
          </p:cNvPr>
          <p:cNvGrpSpPr/>
          <p:nvPr/>
        </p:nvGrpSpPr>
        <p:grpSpPr>
          <a:xfrm>
            <a:off x="380990" y="1238249"/>
            <a:ext cx="11429714" cy="5532941"/>
            <a:chOff x="380990" y="1238249"/>
            <a:chExt cx="11429714" cy="5619751"/>
          </a:xfrm>
        </p:grpSpPr>
        <p:sp>
          <p:nvSpPr>
            <p:cNvPr id="5" name="Rounded Rectangle 4"/>
            <p:cNvSpPr/>
            <p:nvPr/>
          </p:nvSpPr>
          <p:spPr>
            <a:xfrm>
              <a:off x="380990" y="1238249"/>
              <a:ext cx="11429714" cy="1714500"/>
            </a:xfrm>
            <a:prstGeom prst="roundRect">
              <a:avLst>
                <a:gd name="adj" fmla="val 13333"/>
              </a:avLst>
            </a:prstGeom>
            <a:solidFill>
              <a:srgbClr val="F9F9F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Rectangle 5"/>
            <p:cNvSpPr/>
            <p:nvPr/>
          </p:nvSpPr>
          <p:spPr>
            <a:xfrm>
              <a:off x="380990" y="1238249"/>
              <a:ext cx="761980" cy="1714500"/>
            </a:xfrm>
            <a:prstGeom prst="rect">
              <a:avLst/>
            </a:prstGeom>
            <a:solidFill>
              <a:srgbClr val="1B5E2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7" name="Picture 6" descr="image.png"/>
            <p:cNvPicPr>
              <a:picLocks noChangeAspect="1"/>
            </p:cNvPicPr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47683" y="2018347"/>
              <a:ext cx="228594" cy="154304"/>
            </a:xfrm>
            <a:prstGeom prst="rect">
              <a:avLst/>
            </a:prstGeom>
          </p:spPr>
        </p:pic>
        <p:sp>
          <p:nvSpPr>
            <p:cNvPr id="8" name="TextBox 7"/>
            <p:cNvSpPr txBox="1"/>
            <p:nvPr/>
          </p:nvSpPr>
          <p:spPr>
            <a:xfrm>
              <a:off x="1333466" y="1579421"/>
              <a:ext cx="2489784" cy="336832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975"/>
                </a:spcAft>
              </a:pPr>
              <a:r>
                <a:rPr sz="1435" b="1" dirty="0">
                  <a:solidFill>
                    <a:srgbClr val="1B5E20"/>
                  </a:solidFill>
                </a:rPr>
                <a:t> </a:t>
              </a:r>
              <a:r>
                <a:rPr sz="1104" dirty="0"/>
                <a:t>  </a:t>
              </a:r>
              <a:r>
                <a:rPr sz="1435" b="1" dirty="0">
                  <a:solidFill>
                    <a:srgbClr val="1B5E20"/>
                  </a:solidFill>
                </a:rPr>
                <a:t> </a:t>
              </a:r>
              <a:r>
                <a:rPr lang="ar-EG" sz="1435" b="1" dirty="0">
                  <a:solidFill>
                    <a:srgbClr val="1B5E20"/>
                  </a:solidFill>
                </a:rPr>
                <a:t> </a:t>
              </a:r>
              <a:r>
                <a:rPr sz="1435" b="1" dirty="0">
                  <a:solidFill>
                    <a:srgbClr val="1B5E20"/>
                  </a:solidFill>
                </a:rPr>
                <a:t>VISCERAL (First Impression) </a:t>
              </a:r>
            </a:p>
          </p:txBody>
        </p:sp>
        <p:pic>
          <p:nvPicPr>
            <p:cNvPr id="9" name="Picture 8" descr="image.png"/>
            <p:cNvPicPr>
              <a:picLocks noChangeAspect="1"/>
            </p:cNvPicPr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333466" y="1644015"/>
              <a:ext cx="228594" cy="217170"/>
            </a:xfrm>
            <a:prstGeom prst="rect">
              <a:avLst/>
            </a:prstGeom>
          </p:spPr>
        </p:pic>
        <p:sp>
          <p:nvSpPr>
            <p:cNvPr id="10" name="TextBox 9"/>
            <p:cNvSpPr txBox="1"/>
            <p:nvPr/>
          </p:nvSpPr>
          <p:spPr>
            <a:xfrm>
              <a:off x="1333466" y="2010089"/>
              <a:ext cx="787331" cy="285122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520"/>
                </a:spcAft>
              </a:pPr>
              <a:r>
                <a:rPr sz="1076" b="1" dirty="0">
                  <a:solidFill>
                    <a:srgbClr val="D32F2F"/>
                  </a:solidFill>
                </a:rPr>
                <a:t> </a:t>
              </a:r>
              <a:r>
                <a:rPr sz="1104" dirty="0"/>
                <a:t>  </a:t>
              </a:r>
              <a:r>
                <a:rPr sz="1076" b="1" dirty="0">
                  <a:solidFill>
                    <a:srgbClr val="D32F2F"/>
                  </a:solidFill>
                </a:rPr>
                <a:t> </a:t>
              </a:r>
              <a:r>
                <a:rPr lang="ar-EG" sz="1076" b="1" dirty="0">
                  <a:solidFill>
                    <a:srgbClr val="D32F2F"/>
                  </a:solidFill>
                </a:rPr>
                <a:t> </a:t>
              </a:r>
              <a:r>
                <a:rPr sz="1076" b="1" dirty="0">
                  <a:solidFill>
                    <a:srgbClr val="D32F2F"/>
                  </a:solidFill>
                </a:rPr>
                <a:t>BEFORE </a:t>
              </a:r>
            </a:p>
          </p:txBody>
        </p:sp>
        <p:pic>
          <p:nvPicPr>
            <p:cNvPr id="11" name="Picture 10" descr="image.png"/>
            <p:cNvPicPr>
              <a:picLocks noChangeAspect="1"/>
            </p:cNvPicPr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333466" y="2055495"/>
              <a:ext cx="228594" cy="194309"/>
            </a:xfrm>
            <a:prstGeom prst="rect">
              <a:avLst/>
            </a:prstGeom>
          </p:spPr>
        </p:pic>
        <p:sp>
          <p:nvSpPr>
            <p:cNvPr id="12" name="TextBox 11"/>
            <p:cNvSpPr txBox="1"/>
            <p:nvPr/>
          </p:nvSpPr>
          <p:spPr>
            <a:xfrm>
              <a:off x="1333466" y="2343150"/>
              <a:ext cx="4695707" cy="23812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196" b="0">
                  <a:solidFill>
                    <a:srgbClr val="333333"/>
                  </a:solidFill>
                </a:rPr>
                <a:t> </a:t>
              </a:r>
              <a:r>
                <a:rPr sz="1196" b="1">
                  <a:solidFill>
                    <a:srgbClr val="C6A135"/>
                  </a:solidFill>
                </a:rPr>
                <a:t>Chaotic, cluttered</a:t>
              </a:r>
              <a:r>
                <a:rPr sz="1196" b="0">
                  <a:solidFill>
                    <a:srgbClr val="333333"/>
                  </a:solidFill>
                </a:rPr>
                <a:t> → Anxiety, distrust </a:t>
              </a:r>
            </a:p>
          </p:txBody>
        </p:sp>
        <p:pic>
          <p:nvPicPr>
            <p:cNvPr id="13" name="Picture 12" descr="image.png"/>
            <p:cNvPicPr>
              <a:picLocks noChangeAspect="1"/>
            </p:cNvPicPr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6362540" y="2231707"/>
              <a:ext cx="228594" cy="165734"/>
            </a:xfrm>
            <a:prstGeom prst="rect">
              <a:avLst/>
            </a:prstGeom>
          </p:spPr>
        </p:pic>
        <p:sp>
          <p:nvSpPr>
            <p:cNvPr id="14" name="TextBox 13"/>
            <p:cNvSpPr txBox="1"/>
            <p:nvPr/>
          </p:nvSpPr>
          <p:spPr>
            <a:xfrm>
              <a:off x="6924501" y="2010089"/>
              <a:ext cx="702372" cy="285122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520"/>
                </a:spcAft>
              </a:pPr>
              <a:r>
                <a:rPr sz="1076" b="1" dirty="0">
                  <a:solidFill>
                    <a:srgbClr val="1B5E20"/>
                  </a:solidFill>
                </a:rPr>
                <a:t> </a:t>
              </a:r>
              <a:r>
                <a:rPr sz="1104" dirty="0"/>
                <a:t>  </a:t>
              </a:r>
              <a:r>
                <a:rPr sz="1076" b="1" dirty="0">
                  <a:solidFill>
                    <a:srgbClr val="1B5E20"/>
                  </a:solidFill>
                </a:rPr>
                <a:t> </a:t>
              </a:r>
              <a:r>
                <a:rPr lang="ar-EG" sz="1076" b="1" dirty="0">
                  <a:solidFill>
                    <a:srgbClr val="1B5E20"/>
                  </a:solidFill>
                </a:rPr>
                <a:t> </a:t>
              </a:r>
              <a:r>
                <a:rPr sz="1076" b="1" dirty="0">
                  <a:solidFill>
                    <a:srgbClr val="1B5E20"/>
                  </a:solidFill>
                </a:rPr>
                <a:t>AFTER </a:t>
              </a:r>
            </a:p>
          </p:txBody>
        </p:sp>
        <p:pic>
          <p:nvPicPr>
            <p:cNvPr id="15" name="Picture 14" descr="image.png"/>
            <p:cNvPicPr>
              <a:picLocks noChangeAspect="1"/>
            </p:cNvPicPr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6924501" y="2055495"/>
              <a:ext cx="228594" cy="194309"/>
            </a:xfrm>
            <a:prstGeom prst="rect">
              <a:avLst/>
            </a:prstGeom>
          </p:spPr>
        </p:pic>
        <p:sp>
          <p:nvSpPr>
            <p:cNvPr id="16" name="TextBox 15"/>
            <p:cNvSpPr txBox="1"/>
            <p:nvPr/>
          </p:nvSpPr>
          <p:spPr>
            <a:xfrm>
              <a:off x="6924501" y="2343150"/>
              <a:ext cx="4695707" cy="23812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196" b="0">
                  <a:solidFill>
                    <a:srgbClr val="333333"/>
                  </a:solidFill>
                </a:rPr>
                <a:t> </a:t>
              </a:r>
              <a:r>
                <a:rPr sz="1196" b="1">
                  <a:solidFill>
                    <a:srgbClr val="C6A135"/>
                  </a:solidFill>
                </a:rPr>
                <a:t>Clean, professional</a:t>
              </a:r>
              <a:r>
                <a:rPr sz="1196" b="0">
                  <a:solidFill>
                    <a:srgbClr val="333333"/>
                  </a:solidFill>
                </a:rPr>
                <a:t> → Confidence, trust 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380990" y="3190874"/>
              <a:ext cx="11429714" cy="1714500"/>
            </a:xfrm>
            <a:prstGeom prst="roundRect">
              <a:avLst>
                <a:gd name="adj" fmla="val 13333"/>
              </a:avLst>
            </a:prstGeom>
            <a:solidFill>
              <a:srgbClr val="F9F9F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380990" y="3190874"/>
              <a:ext cx="761980" cy="1714500"/>
            </a:xfrm>
            <a:prstGeom prst="rect">
              <a:avLst/>
            </a:prstGeom>
            <a:solidFill>
              <a:srgbClr val="2E7D3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19" name="Picture 18" descr="image.png"/>
            <p:cNvPicPr>
              <a:picLocks noChangeAspect="1"/>
            </p:cNvPicPr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667715" y="3933824"/>
              <a:ext cx="188531" cy="22860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1333466" y="3541570"/>
              <a:ext cx="2204578" cy="336832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975"/>
                </a:spcAft>
              </a:pPr>
              <a:r>
                <a:rPr sz="1435" b="1" dirty="0">
                  <a:solidFill>
                    <a:srgbClr val="1B5E20"/>
                  </a:solidFill>
                </a:rPr>
                <a:t> </a:t>
              </a:r>
              <a:r>
                <a:rPr sz="1104" dirty="0"/>
                <a:t>  </a:t>
              </a:r>
              <a:r>
                <a:rPr sz="1435" b="1" dirty="0">
                  <a:solidFill>
                    <a:srgbClr val="1B5E20"/>
                  </a:solidFill>
                </a:rPr>
                <a:t> </a:t>
              </a:r>
              <a:r>
                <a:rPr lang="ar-EG" sz="1435" b="1" dirty="0">
                  <a:solidFill>
                    <a:srgbClr val="1B5E20"/>
                  </a:solidFill>
                </a:rPr>
                <a:t> </a:t>
              </a:r>
              <a:r>
                <a:rPr sz="1435" b="1" dirty="0">
                  <a:solidFill>
                    <a:srgbClr val="1B5E20"/>
                  </a:solidFill>
                </a:rPr>
                <a:t>BEHAVIORAL (Usability) </a:t>
              </a:r>
            </a:p>
          </p:txBody>
        </p:sp>
        <p:pic>
          <p:nvPicPr>
            <p:cNvPr id="21" name="Picture 20" descr="image.png"/>
            <p:cNvPicPr>
              <a:picLocks noChangeAspect="1"/>
            </p:cNvPicPr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1333466" y="3608070"/>
              <a:ext cx="228594" cy="194309"/>
            </a:xfrm>
            <a:prstGeom prst="rect">
              <a:avLst/>
            </a:prstGeom>
          </p:spPr>
        </p:pic>
        <p:sp>
          <p:nvSpPr>
            <p:cNvPr id="22" name="TextBox 21"/>
            <p:cNvSpPr txBox="1"/>
            <p:nvPr/>
          </p:nvSpPr>
          <p:spPr>
            <a:xfrm>
              <a:off x="1333466" y="3972240"/>
              <a:ext cx="787331" cy="285122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520"/>
                </a:spcAft>
              </a:pPr>
              <a:r>
                <a:rPr sz="1076" b="1" dirty="0">
                  <a:solidFill>
                    <a:srgbClr val="D32F2F"/>
                  </a:solidFill>
                </a:rPr>
                <a:t> </a:t>
              </a:r>
              <a:r>
                <a:rPr sz="1104" dirty="0"/>
                <a:t>  </a:t>
              </a:r>
              <a:r>
                <a:rPr sz="1076" b="1" dirty="0">
                  <a:solidFill>
                    <a:srgbClr val="D32F2F"/>
                  </a:solidFill>
                </a:rPr>
                <a:t> </a:t>
              </a:r>
              <a:r>
                <a:rPr lang="ar-EG" sz="1076" b="1" dirty="0">
                  <a:solidFill>
                    <a:srgbClr val="D32F2F"/>
                  </a:solidFill>
                </a:rPr>
                <a:t> </a:t>
              </a:r>
              <a:r>
                <a:rPr sz="1076" b="1" dirty="0">
                  <a:solidFill>
                    <a:srgbClr val="D32F2F"/>
                  </a:solidFill>
                </a:rPr>
                <a:t>BEFORE </a:t>
              </a:r>
            </a:p>
          </p:txBody>
        </p:sp>
        <p:pic>
          <p:nvPicPr>
            <p:cNvPr id="23" name="Picture 22" descr="image.png"/>
            <p:cNvPicPr>
              <a:picLocks noChangeAspect="1"/>
            </p:cNvPicPr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333466" y="4017645"/>
              <a:ext cx="228594" cy="194309"/>
            </a:xfrm>
            <a:prstGeom prst="rect">
              <a:avLst/>
            </a:prstGeom>
          </p:spPr>
        </p:pic>
        <p:sp>
          <p:nvSpPr>
            <p:cNvPr id="24" name="TextBox 23"/>
            <p:cNvSpPr txBox="1"/>
            <p:nvPr/>
          </p:nvSpPr>
          <p:spPr>
            <a:xfrm>
              <a:off x="1333466" y="4305300"/>
              <a:ext cx="4695707" cy="23812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196" b="0">
                  <a:solidFill>
                    <a:srgbClr val="333333"/>
                  </a:solidFill>
                </a:rPr>
                <a:t> </a:t>
              </a:r>
              <a:r>
                <a:rPr sz="1196" b="1">
                  <a:solidFill>
                    <a:srgbClr val="C6A135"/>
                  </a:solidFill>
                </a:rPr>
                <a:t>Confusing, no feedback</a:t>
              </a:r>
              <a:r>
                <a:rPr sz="1196" b="0">
                  <a:solidFill>
                    <a:srgbClr val="333333"/>
                  </a:solidFill>
                </a:rPr>
                <a:t> → Frustration </a:t>
              </a:r>
            </a:p>
          </p:txBody>
        </p:sp>
        <p:pic>
          <p:nvPicPr>
            <p:cNvPr id="25" name="Picture 24" descr="image.png"/>
            <p:cNvPicPr>
              <a:picLocks noChangeAspect="1"/>
            </p:cNvPicPr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6362540" y="4184332"/>
              <a:ext cx="228594" cy="165734"/>
            </a:xfrm>
            <a:prstGeom prst="rect">
              <a:avLst/>
            </a:prstGeom>
          </p:spPr>
        </p:pic>
        <p:sp>
          <p:nvSpPr>
            <p:cNvPr id="26" name="TextBox 25"/>
            <p:cNvSpPr txBox="1"/>
            <p:nvPr/>
          </p:nvSpPr>
          <p:spPr>
            <a:xfrm>
              <a:off x="6924501" y="3972240"/>
              <a:ext cx="702372" cy="285122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520"/>
                </a:spcAft>
              </a:pPr>
              <a:r>
                <a:rPr sz="1076" b="1" dirty="0">
                  <a:solidFill>
                    <a:srgbClr val="1B5E20"/>
                  </a:solidFill>
                </a:rPr>
                <a:t> </a:t>
              </a:r>
              <a:r>
                <a:rPr sz="1104" dirty="0"/>
                <a:t>  </a:t>
              </a:r>
              <a:r>
                <a:rPr sz="1076" b="1" dirty="0">
                  <a:solidFill>
                    <a:srgbClr val="1B5E20"/>
                  </a:solidFill>
                </a:rPr>
                <a:t> </a:t>
              </a:r>
              <a:r>
                <a:rPr lang="ar-EG" sz="1076" b="1" dirty="0">
                  <a:solidFill>
                    <a:srgbClr val="1B5E20"/>
                  </a:solidFill>
                </a:rPr>
                <a:t> </a:t>
              </a:r>
              <a:r>
                <a:rPr sz="1076" b="1" dirty="0">
                  <a:solidFill>
                    <a:srgbClr val="1B5E20"/>
                  </a:solidFill>
                </a:rPr>
                <a:t>AFTER </a:t>
              </a:r>
            </a:p>
          </p:txBody>
        </p:sp>
        <p:pic>
          <p:nvPicPr>
            <p:cNvPr id="27" name="Picture 26" descr="image.png"/>
            <p:cNvPicPr>
              <a:picLocks noChangeAspect="1"/>
            </p:cNvPicPr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6924501" y="4017645"/>
              <a:ext cx="228594" cy="194309"/>
            </a:xfrm>
            <a:prstGeom prst="rect">
              <a:avLst/>
            </a:prstGeom>
          </p:spPr>
        </p:pic>
        <p:sp>
          <p:nvSpPr>
            <p:cNvPr id="28" name="TextBox 27"/>
            <p:cNvSpPr txBox="1"/>
            <p:nvPr/>
          </p:nvSpPr>
          <p:spPr>
            <a:xfrm>
              <a:off x="6924501" y="4305300"/>
              <a:ext cx="4695707" cy="23812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196" b="0">
                  <a:solidFill>
                    <a:srgbClr val="333333"/>
                  </a:solidFill>
                </a:rPr>
                <a:t> </a:t>
              </a:r>
              <a:r>
                <a:rPr sz="1196" b="1">
                  <a:solidFill>
                    <a:srgbClr val="C6A135"/>
                  </a:solidFill>
                </a:rPr>
                <a:t>Intuitive, guided</a:t>
              </a:r>
              <a:r>
                <a:rPr sz="1196" b="0">
                  <a:solidFill>
                    <a:srgbClr val="333333"/>
                  </a:solidFill>
                </a:rPr>
                <a:t> → Satisfaction </a:t>
              </a:r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380990" y="5143500"/>
              <a:ext cx="11429714" cy="1714500"/>
            </a:xfrm>
            <a:prstGeom prst="roundRect">
              <a:avLst>
                <a:gd name="adj" fmla="val 13333"/>
              </a:avLst>
            </a:prstGeom>
            <a:solidFill>
              <a:srgbClr val="F9F9F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380990" y="5143500"/>
              <a:ext cx="761980" cy="1714500"/>
            </a:xfrm>
            <a:prstGeom prst="rect">
              <a:avLst/>
            </a:prstGeom>
            <a:solidFill>
              <a:srgbClr val="388E3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31" name="Picture 30" descr="image.png"/>
            <p:cNvPicPr>
              <a:picLocks noChangeAspect="1"/>
            </p:cNvPicPr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647683" y="5903594"/>
              <a:ext cx="228594" cy="194309"/>
            </a:xfrm>
            <a:prstGeom prst="rect">
              <a:avLst/>
            </a:prstGeom>
          </p:spPr>
        </p:pic>
        <p:sp>
          <p:nvSpPr>
            <p:cNvPr id="32" name="TextBox 31"/>
            <p:cNvSpPr txBox="1"/>
            <p:nvPr/>
          </p:nvSpPr>
          <p:spPr>
            <a:xfrm>
              <a:off x="1333466" y="5484671"/>
              <a:ext cx="2027735" cy="336832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975"/>
                </a:spcAft>
              </a:pPr>
              <a:r>
                <a:rPr sz="1435" b="1" dirty="0">
                  <a:solidFill>
                    <a:srgbClr val="1B5E20"/>
                  </a:solidFill>
                </a:rPr>
                <a:t> </a:t>
              </a:r>
              <a:r>
                <a:rPr sz="1104" dirty="0"/>
                <a:t>  </a:t>
              </a:r>
              <a:r>
                <a:rPr sz="1435" b="1" dirty="0">
                  <a:solidFill>
                    <a:srgbClr val="1B5E20"/>
                  </a:solidFill>
                </a:rPr>
                <a:t> </a:t>
              </a:r>
              <a:r>
                <a:rPr lang="ar-EG" sz="1435" b="1" dirty="0">
                  <a:solidFill>
                    <a:srgbClr val="1B5E20"/>
                  </a:solidFill>
                </a:rPr>
                <a:t> </a:t>
              </a:r>
              <a:r>
                <a:rPr sz="1435" b="1" dirty="0">
                  <a:solidFill>
                    <a:srgbClr val="1B5E20"/>
                  </a:solidFill>
                </a:rPr>
                <a:t>REFLECTIVE (Identity) </a:t>
              </a:r>
            </a:p>
          </p:txBody>
        </p:sp>
        <p:pic>
          <p:nvPicPr>
            <p:cNvPr id="33" name="Picture 32" descr="image.png"/>
            <p:cNvPicPr>
              <a:picLocks noChangeAspect="1"/>
            </p:cNvPicPr>
            <p:nvPr/>
          </p:nvPicPr>
          <p:blipFill>
            <a:blip r:embed="rId11">
              <a:alphaModFix/>
            </a:blip>
            <a:stretch>
              <a:fillRect/>
            </a:stretch>
          </p:blipFill>
          <p:spPr>
            <a:xfrm>
              <a:off x="1333466" y="5569267"/>
              <a:ext cx="228594" cy="177164"/>
            </a:xfrm>
            <a:prstGeom prst="rect">
              <a:avLst/>
            </a:prstGeom>
          </p:spPr>
        </p:pic>
        <p:sp>
          <p:nvSpPr>
            <p:cNvPr id="34" name="TextBox 33"/>
            <p:cNvSpPr txBox="1"/>
            <p:nvPr/>
          </p:nvSpPr>
          <p:spPr>
            <a:xfrm>
              <a:off x="1333466" y="5915339"/>
              <a:ext cx="787331" cy="285122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520"/>
                </a:spcAft>
              </a:pPr>
              <a:r>
                <a:rPr sz="1076" b="1" dirty="0">
                  <a:solidFill>
                    <a:srgbClr val="D32F2F"/>
                  </a:solidFill>
                </a:rPr>
                <a:t> </a:t>
              </a:r>
              <a:r>
                <a:rPr sz="1104" dirty="0"/>
                <a:t>  </a:t>
              </a:r>
              <a:r>
                <a:rPr sz="1076" b="1" dirty="0">
                  <a:solidFill>
                    <a:srgbClr val="D32F2F"/>
                  </a:solidFill>
                </a:rPr>
                <a:t> </a:t>
              </a:r>
              <a:r>
                <a:rPr lang="ar-EG" sz="1076" b="1" dirty="0">
                  <a:solidFill>
                    <a:srgbClr val="D32F2F"/>
                  </a:solidFill>
                </a:rPr>
                <a:t> </a:t>
              </a:r>
              <a:r>
                <a:rPr sz="1076" b="1" dirty="0">
                  <a:solidFill>
                    <a:srgbClr val="D32F2F"/>
                  </a:solidFill>
                </a:rPr>
                <a:t>BEFORE </a:t>
              </a:r>
            </a:p>
          </p:txBody>
        </p:sp>
        <p:pic>
          <p:nvPicPr>
            <p:cNvPr id="35" name="Picture 34" descr="image.png"/>
            <p:cNvPicPr>
              <a:picLocks noChangeAspect="1"/>
            </p:cNvPicPr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333466" y="5960744"/>
              <a:ext cx="228594" cy="194309"/>
            </a:xfrm>
            <a:prstGeom prst="rect">
              <a:avLst/>
            </a:prstGeom>
          </p:spPr>
        </p:pic>
        <p:sp>
          <p:nvSpPr>
            <p:cNvPr id="36" name="TextBox 35"/>
            <p:cNvSpPr txBox="1"/>
            <p:nvPr/>
          </p:nvSpPr>
          <p:spPr>
            <a:xfrm>
              <a:off x="1333466" y="6248400"/>
              <a:ext cx="4695707" cy="23812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196" b="0">
                  <a:solidFill>
                    <a:srgbClr val="333333"/>
                  </a:solidFill>
                </a:rPr>
                <a:t> </a:t>
              </a:r>
              <a:r>
                <a:rPr sz="1196" b="1">
                  <a:solidFill>
                    <a:srgbClr val="C6A135"/>
                  </a:solidFill>
                </a:rPr>
                <a:t>Outdated</a:t>
              </a:r>
              <a:r>
                <a:rPr sz="1196" b="0">
                  <a:solidFill>
                    <a:srgbClr val="333333"/>
                  </a:solidFill>
                </a:rPr>
                <a:t> → Embarrassment </a:t>
              </a:r>
            </a:p>
          </p:txBody>
        </p:sp>
        <p:pic>
          <p:nvPicPr>
            <p:cNvPr id="37" name="Picture 36" descr="image.png"/>
            <p:cNvPicPr>
              <a:picLocks noChangeAspect="1"/>
            </p:cNvPicPr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6362540" y="6136957"/>
              <a:ext cx="228594" cy="165734"/>
            </a:xfrm>
            <a:prstGeom prst="rect">
              <a:avLst/>
            </a:prstGeom>
          </p:spPr>
        </p:pic>
        <p:sp>
          <p:nvSpPr>
            <p:cNvPr id="38" name="TextBox 37"/>
            <p:cNvSpPr txBox="1"/>
            <p:nvPr/>
          </p:nvSpPr>
          <p:spPr>
            <a:xfrm>
              <a:off x="6924501" y="5915339"/>
              <a:ext cx="702372" cy="285122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520"/>
                </a:spcAft>
              </a:pPr>
              <a:r>
                <a:rPr sz="1076" b="1" dirty="0">
                  <a:solidFill>
                    <a:srgbClr val="1B5E20"/>
                  </a:solidFill>
                </a:rPr>
                <a:t> </a:t>
              </a:r>
              <a:r>
                <a:rPr sz="1104" dirty="0"/>
                <a:t>  </a:t>
              </a:r>
              <a:r>
                <a:rPr sz="1076" b="1" dirty="0">
                  <a:solidFill>
                    <a:srgbClr val="1B5E20"/>
                  </a:solidFill>
                </a:rPr>
                <a:t> </a:t>
              </a:r>
              <a:r>
                <a:rPr lang="ar-EG" sz="1076" b="1" dirty="0">
                  <a:solidFill>
                    <a:srgbClr val="1B5E20"/>
                  </a:solidFill>
                </a:rPr>
                <a:t> </a:t>
              </a:r>
              <a:r>
                <a:rPr sz="1076" b="1" dirty="0">
                  <a:solidFill>
                    <a:srgbClr val="1B5E20"/>
                  </a:solidFill>
                </a:rPr>
                <a:t>AFTER </a:t>
              </a:r>
            </a:p>
          </p:txBody>
        </p:sp>
        <p:pic>
          <p:nvPicPr>
            <p:cNvPr id="39" name="Picture 38" descr="image.png"/>
            <p:cNvPicPr>
              <a:picLocks noChangeAspect="1"/>
            </p:cNvPicPr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6924501" y="5960744"/>
              <a:ext cx="228594" cy="194309"/>
            </a:xfrm>
            <a:prstGeom prst="rect">
              <a:avLst/>
            </a:prstGeom>
          </p:spPr>
        </p:pic>
        <p:sp>
          <p:nvSpPr>
            <p:cNvPr id="40" name="TextBox 39"/>
            <p:cNvSpPr txBox="1"/>
            <p:nvPr/>
          </p:nvSpPr>
          <p:spPr>
            <a:xfrm>
              <a:off x="6924501" y="6248400"/>
              <a:ext cx="4695707" cy="23812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196" b="0">
                  <a:solidFill>
                    <a:srgbClr val="333333"/>
                  </a:solidFill>
                </a:rPr>
                <a:t> </a:t>
              </a:r>
              <a:r>
                <a:rPr sz="1196" b="1">
                  <a:solidFill>
                    <a:srgbClr val="C6A135"/>
                  </a:solidFill>
                </a:rPr>
                <a:t>Modern</a:t>
              </a:r>
              <a:r>
                <a:rPr sz="1196" b="0">
                  <a:solidFill>
                    <a:srgbClr val="333333"/>
                  </a:solidFill>
                </a:rPr>
                <a:t> → Pride in institution 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1239219" y="380999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C6A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382090" y="555948"/>
            <a:ext cx="285742" cy="22160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80990" y="380999"/>
            <a:ext cx="7305492" cy="4762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392" b="1">
                <a:solidFill>
                  <a:srgbClr val="1B5E20"/>
                </a:solidFill>
              </a:rPr>
              <a:t>MEMORY &amp; COGNITIVE PRINCIPLES APPLIED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9DDB8543-64CF-59E5-1F6C-E39F3ACE84BC}"/>
              </a:ext>
            </a:extLst>
          </p:cNvPr>
          <p:cNvGrpSpPr/>
          <p:nvPr/>
        </p:nvGrpSpPr>
        <p:grpSpPr>
          <a:xfrm>
            <a:off x="380990" y="1238249"/>
            <a:ext cx="11429714" cy="5532941"/>
            <a:chOff x="380990" y="1238249"/>
            <a:chExt cx="11429714" cy="5619751"/>
          </a:xfrm>
        </p:grpSpPr>
        <p:sp>
          <p:nvSpPr>
            <p:cNvPr id="5" name="Rounded Rectangle 4"/>
            <p:cNvSpPr/>
            <p:nvPr/>
          </p:nvSpPr>
          <p:spPr>
            <a:xfrm>
              <a:off x="380990" y="1238249"/>
              <a:ext cx="11429714" cy="1714500"/>
            </a:xfrm>
            <a:prstGeom prst="roundRect">
              <a:avLst>
                <a:gd name="adj" fmla="val 13333"/>
              </a:avLst>
            </a:prstGeom>
            <a:solidFill>
              <a:srgbClr val="F9F9F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Rectangle 5"/>
            <p:cNvSpPr/>
            <p:nvPr/>
          </p:nvSpPr>
          <p:spPr>
            <a:xfrm>
              <a:off x="380990" y="1238249"/>
              <a:ext cx="761980" cy="1714500"/>
            </a:xfrm>
            <a:prstGeom prst="rect">
              <a:avLst/>
            </a:prstGeom>
            <a:solidFill>
              <a:srgbClr val="1B5E2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7" name="Picture 6" descr="image.png"/>
            <p:cNvPicPr>
              <a:picLocks noChangeAspect="1"/>
            </p:cNvPicPr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47683" y="1986915"/>
              <a:ext cx="228594" cy="217170"/>
            </a:xfrm>
            <a:prstGeom prst="rect">
              <a:avLst/>
            </a:prstGeom>
          </p:spPr>
        </p:pic>
        <p:sp>
          <p:nvSpPr>
            <p:cNvPr id="8" name="TextBox 7"/>
            <p:cNvSpPr txBox="1"/>
            <p:nvPr/>
          </p:nvSpPr>
          <p:spPr>
            <a:xfrm>
              <a:off x="1333466" y="1731820"/>
              <a:ext cx="1905458" cy="336832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975"/>
                </a:spcAft>
              </a:pPr>
              <a:r>
                <a:rPr sz="1435" b="1" dirty="0">
                  <a:solidFill>
                    <a:srgbClr val="1B5E20"/>
                  </a:solidFill>
                </a:rPr>
                <a:t> </a:t>
              </a:r>
              <a:r>
                <a:rPr sz="1104" dirty="0"/>
                <a:t>  </a:t>
              </a:r>
              <a:r>
                <a:rPr sz="1435" b="1" dirty="0">
                  <a:solidFill>
                    <a:srgbClr val="1B5E20"/>
                  </a:solidFill>
                </a:rPr>
                <a:t> </a:t>
              </a:r>
              <a:r>
                <a:rPr lang="ar-EG" sz="1435" b="1" dirty="0">
                  <a:solidFill>
                    <a:srgbClr val="1B5E20"/>
                  </a:solidFill>
                </a:rPr>
                <a:t> </a:t>
              </a:r>
              <a:r>
                <a:rPr sz="1435" b="1" dirty="0">
                  <a:solidFill>
                    <a:srgbClr val="1B5E20"/>
                  </a:solidFill>
                </a:rPr>
                <a:t>MILLER'S LAW (7±2) </a:t>
              </a:r>
            </a:p>
          </p:txBody>
        </p:sp>
        <p:pic>
          <p:nvPicPr>
            <p:cNvPr id="9" name="Picture 8" descr="image.png"/>
            <p:cNvPicPr>
              <a:picLocks noChangeAspect="1"/>
            </p:cNvPicPr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333466" y="1816417"/>
              <a:ext cx="228594" cy="177164"/>
            </a:xfrm>
            <a:prstGeom prst="rect">
              <a:avLst/>
            </a:prstGeom>
          </p:spPr>
        </p:pic>
        <p:pic>
          <p:nvPicPr>
            <p:cNvPr id="10" name="Picture 9" descr="image.png"/>
            <p:cNvPicPr>
              <a:picLocks noChangeAspect="1"/>
            </p:cNvPicPr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333466" y="2257425"/>
              <a:ext cx="228594" cy="114300"/>
            </a:xfrm>
            <a:prstGeom prst="rect">
              <a:avLst/>
            </a:prstGeom>
          </p:spPr>
        </p:pic>
        <p:sp>
          <p:nvSpPr>
            <p:cNvPr id="11" name="TextBox 10"/>
            <p:cNvSpPr txBox="1"/>
            <p:nvPr/>
          </p:nvSpPr>
          <p:spPr>
            <a:xfrm>
              <a:off x="1657308" y="2190749"/>
              <a:ext cx="2095447" cy="23812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196" b="0">
                  <a:solidFill>
                    <a:srgbClr val="333333"/>
                  </a:solidFill>
                </a:rPr>
                <a:t>Navigation: </a:t>
              </a:r>
              <a:r>
                <a:rPr sz="1196" b="1">
                  <a:solidFill>
                    <a:srgbClr val="C6A135"/>
                  </a:solidFill>
                </a:rPr>
                <a:t>14+ → 6 items</a:t>
              </a:r>
            </a:p>
          </p:txBody>
        </p:sp>
        <p:pic>
          <p:nvPicPr>
            <p:cNvPr id="12" name="Picture 11" descr="image.png"/>
            <p:cNvPicPr>
              <a:picLocks noChangeAspect="1"/>
            </p:cNvPicPr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829054" y="2257425"/>
              <a:ext cx="228594" cy="114300"/>
            </a:xfrm>
            <a:prstGeom prst="rect">
              <a:avLst/>
            </a:prstGeom>
          </p:spPr>
        </p:pic>
        <p:sp>
          <p:nvSpPr>
            <p:cNvPr id="13" name="TextBox 12"/>
            <p:cNvSpPr txBox="1"/>
            <p:nvPr/>
          </p:nvSpPr>
          <p:spPr>
            <a:xfrm>
              <a:off x="5152896" y="2190749"/>
              <a:ext cx="2514537" cy="23812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196" b="0">
                  <a:solidFill>
                    <a:srgbClr val="333333"/>
                  </a:solidFill>
                </a:rPr>
                <a:t>Services: </a:t>
              </a:r>
              <a:r>
                <a:rPr sz="1196" b="1">
                  <a:solidFill>
                    <a:srgbClr val="C6A135"/>
                  </a:solidFill>
                </a:rPr>
                <a:t>4 cards</a:t>
              </a:r>
              <a:r>
                <a:rPr sz="1196" b="0">
                  <a:solidFill>
                    <a:srgbClr val="333333"/>
                  </a:solidFill>
                </a:rPr>
                <a:t> per slider view</a:t>
              </a:r>
            </a:p>
          </p:txBody>
        </p:sp>
        <p:pic>
          <p:nvPicPr>
            <p:cNvPr id="14" name="Picture 13" descr="image.png"/>
            <p:cNvPicPr>
              <a:picLocks noChangeAspect="1"/>
            </p:cNvPicPr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8315117" y="2257425"/>
              <a:ext cx="228594" cy="114300"/>
            </a:xfrm>
            <a:prstGeom prst="rect">
              <a:avLst/>
            </a:prstGeom>
          </p:spPr>
        </p:pic>
        <p:sp>
          <p:nvSpPr>
            <p:cNvPr id="15" name="TextBox 14"/>
            <p:cNvSpPr txBox="1"/>
            <p:nvPr/>
          </p:nvSpPr>
          <p:spPr>
            <a:xfrm>
              <a:off x="8638959" y="2190749"/>
              <a:ext cx="2733606" cy="23812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196" b="0">
                  <a:solidFill>
                    <a:srgbClr val="333333"/>
                  </a:solidFill>
                </a:rPr>
                <a:t>Registration: </a:t>
              </a:r>
              <a:r>
                <a:rPr sz="1196" b="1">
                  <a:solidFill>
                    <a:srgbClr val="C6A135"/>
                  </a:solidFill>
                </a:rPr>
                <a:t>Chunked into 4 steps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380990" y="3190874"/>
              <a:ext cx="11429714" cy="1714500"/>
            </a:xfrm>
            <a:prstGeom prst="roundRect">
              <a:avLst>
                <a:gd name="adj" fmla="val 13333"/>
              </a:avLst>
            </a:prstGeom>
            <a:solidFill>
              <a:srgbClr val="F9F9F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80990" y="3190874"/>
              <a:ext cx="761980" cy="1714500"/>
            </a:xfrm>
            <a:prstGeom prst="rect">
              <a:avLst/>
            </a:prstGeom>
            <a:solidFill>
              <a:srgbClr val="2E7D3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18" name="Picture 17" descr="image.png"/>
            <p:cNvPicPr>
              <a:picLocks noChangeAspect="1"/>
            </p:cNvPicPr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647683" y="3970972"/>
              <a:ext cx="228594" cy="154304"/>
            </a:xfrm>
            <a:prstGeom prst="rect">
              <a:avLst/>
            </a:prstGeom>
          </p:spPr>
        </p:pic>
        <p:sp>
          <p:nvSpPr>
            <p:cNvPr id="19" name="TextBox 18"/>
            <p:cNvSpPr txBox="1"/>
            <p:nvPr/>
          </p:nvSpPr>
          <p:spPr>
            <a:xfrm>
              <a:off x="1333466" y="3693971"/>
              <a:ext cx="2543966" cy="336832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975"/>
                </a:spcAft>
              </a:pPr>
              <a:r>
                <a:rPr sz="1435" b="1" dirty="0">
                  <a:solidFill>
                    <a:srgbClr val="1B5E20"/>
                  </a:solidFill>
                </a:rPr>
                <a:t> </a:t>
              </a:r>
              <a:r>
                <a:rPr sz="1104" dirty="0"/>
                <a:t>  </a:t>
              </a:r>
              <a:r>
                <a:rPr sz="1435" b="1" dirty="0">
                  <a:solidFill>
                    <a:srgbClr val="1B5E20"/>
                  </a:solidFill>
                </a:rPr>
                <a:t> </a:t>
              </a:r>
              <a:r>
                <a:rPr lang="ar-EG" sz="1435" b="1" dirty="0">
                  <a:solidFill>
                    <a:srgbClr val="1B5E20"/>
                  </a:solidFill>
                </a:rPr>
                <a:t> </a:t>
              </a:r>
              <a:r>
                <a:rPr sz="1435" b="1" dirty="0">
                  <a:solidFill>
                    <a:srgbClr val="1B5E20"/>
                  </a:solidFill>
                </a:rPr>
                <a:t>RECOGNITION OVER RECALL </a:t>
              </a:r>
            </a:p>
          </p:txBody>
        </p:sp>
        <p:pic>
          <p:nvPicPr>
            <p:cNvPr id="20" name="Picture 19" descr="image.png"/>
            <p:cNvPicPr>
              <a:picLocks noChangeAspect="1"/>
            </p:cNvPicPr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1333466" y="3760470"/>
              <a:ext cx="228594" cy="194309"/>
            </a:xfrm>
            <a:prstGeom prst="rect">
              <a:avLst/>
            </a:prstGeom>
          </p:spPr>
        </p:pic>
        <p:pic>
          <p:nvPicPr>
            <p:cNvPr id="21" name="Picture 20" descr="image.png"/>
            <p:cNvPicPr>
              <a:picLocks noChangeAspect="1"/>
            </p:cNvPicPr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333466" y="4210049"/>
              <a:ext cx="228594" cy="114300"/>
            </a:xfrm>
            <a:prstGeom prst="rect">
              <a:avLst/>
            </a:prstGeom>
          </p:spPr>
        </p:pic>
        <p:sp>
          <p:nvSpPr>
            <p:cNvPr id="22" name="TextBox 21"/>
            <p:cNvSpPr txBox="1"/>
            <p:nvPr/>
          </p:nvSpPr>
          <p:spPr>
            <a:xfrm>
              <a:off x="1657308" y="4152899"/>
              <a:ext cx="2971725" cy="23812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196" b="1">
                  <a:solidFill>
                    <a:srgbClr val="C6A135"/>
                  </a:solidFill>
                </a:rPr>
                <a:t>Dropdown menus</a:t>
              </a:r>
              <a:r>
                <a:rPr sz="1196" b="0">
                  <a:solidFill>
                    <a:srgbClr val="333333"/>
                  </a:solidFill>
                </a:rPr>
                <a:t> (select, don't type)</a:t>
              </a:r>
            </a:p>
          </p:txBody>
        </p:sp>
        <p:pic>
          <p:nvPicPr>
            <p:cNvPr id="23" name="Picture 22" descr="image.png"/>
            <p:cNvPicPr>
              <a:picLocks noChangeAspect="1"/>
            </p:cNvPicPr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829054" y="4210049"/>
              <a:ext cx="228594" cy="114300"/>
            </a:xfrm>
            <a:prstGeom prst="rect">
              <a:avLst/>
            </a:prstGeom>
          </p:spPr>
        </p:pic>
        <p:sp>
          <p:nvSpPr>
            <p:cNvPr id="24" name="TextBox 23"/>
            <p:cNvSpPr txBox="1"/>
            <p:nvPr/>
          </p:nvSpPr>
          <p:spPr>
            <a:xfrm>
              <a:off x="5152896" y="4152899"/>
              <a:ext cx="2190695" cy="23812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196" b="1">
                  <a:solidFill>
                    <a:srgbClr val="C6A135"/>
                  </a:solidFill>
                </a:rPr>
                <a:t>Visual icons</a:t>
              </a:r>
              <a:r>
                <a:rPr sz="1196" b="0">
                  <a:solidFill>
                    <a:srgbClr val="333333"/>
                  </a:solidFill>
                </a:rPr>
                <a:t> with text labels</a:t>
              </a:r>
            </a:p>
          </p:txBody>
        </p:sp>
        <p:pic>
          <p:nvPicPr>
            <p:cNvPr id="25" name="Picture 24" descr="image.png"/>
            <p:cNvPicPr>
              <a:picLocks noChangeAspect="1"/>
            </p:cNvPicPr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8315117" y="4210049"/>
              <a:ext cx="228594" cy="114300"/>
            </a:xfrm>
            <a:prstGeom prst="rect">
              <a:avLst/>
            </a:prstGeom>
          </p:spPr>
        </p:pic>
        <p:sp>
          <p:nvSpPr>
            <p:cNvPr id="26" name="TextBox 25"/>
            <p:cNvSpPr txBox="1"/>
            <p:nvPr/>
          </p:nvSpPr>
          <p:spPr>
            <a:xfrm>
              <a:off x="8638959" y="4152899"/>
              <a:ext cx="2533586" cy="23812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196" b="0">
                  <a:solidFill>
                    <a:srgbClr val="333333"/>
                  </a:solidFill>
                </a:rPr>
                <a:t>Course selection as </a:t>
              </a:r>
              <a:r>
                <a:rPr sz="1196" b="1">
                  <a:solidFill>
                    <a:srgbClr val="C6A135"/>
                  </a:solidFill>
                </a:rPr>
                <a:t>visual cards</a:t>
              </a:r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380990" y="5143500"/>
              <a:ext cx="11429714" cy="1714500"/>
            </a:xfrm>
            <a:prstGeom prst="roundRect">
              <a:avLst>
                <a:gd name="adj" fmla="val 13333"/>
              </a:avLst>
            </a:prstGeom>
            <a:solidFill>
              <a:srgbClr val="F9F9F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380990" y="5143500"/>
              <a:ext cx="761980" cy="1714500"/>
            </a:xfrm>
            <a:prstGeom prst="rect">
              <a:avLst/>
            </a:prstGeom>
            <a:solidFill>
              <a:srgbClr val="388E3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29" name="Picture 28" descr="image.png"/>
            <p:cNvPicPr>
              <a:picLocks noChangeAspect="1"/>
            </p:cNvPicPr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647683" y="5912167"/>
              <a:ext cx="228594" cy="177164"/>
            </a:xfrm>
            <a:prstGeom prst="rect">
              <a:avLst/>
            </a:prstGeom>
          </p:spPr>
        </p:pic>
        <p:sp>
          <p:nvSpPr>
            <p:cNvPr id="30" name="TextBox 29"/>
            <p:cNvSpPr txBox="1"/>
            <p:nvPr/>
          </p:nvSpPr>
          <p:spPr>
            <a:xfrm>
              <a:off x="1333466" y="5522771"/>
              <a:ext cx="2622706" cy="336832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975"/>
                </a:spcAft>
              </a:pPr>
              <a:r>
                <a:rPr sz="1435" b="1" dirty="0">
                  <a:solidFill>
                    <a:srgbClr val="1B5E20"/>
                  </a:solidFill>
                </a:rPr>
                <a:t> </a:t>
              </a:r>
              <a:r>
                <a:rPr sz="1104" dirty="0"/>
                <a:t>  </a:t>
              </a:r>
              <a:r>
                <a:rPr sz="1435" b="1" dirty="0">
                  <a:solidFill>
                    <a:srgbClr val="1B5E20"/>
                  </a:solidFill>
                </a:rPr>
                <a:t> </a:t>
              </a:r>
              <a:r>
                <a:rPr lang="ar-EG" sz="1435" b="1" dirty="0">
                  <a:solidFill>
                    <a:srgbClr val="1B5E20"/>
                  </a:solidFill>
                </a:rPr>
                <a:t> </a:t>
              </a:r>
              <a:r>
                <a:rPr sz="1435" b="1" dirty="0">
                  <a:solidFill>
                    <a:srgbClr val="1B5E20"/>
                  </a:solidFill>
                </a:rPr>
                <a:t>MENTAL MODEL ALIGNMENT </a:t>
              </a:r>
            </a:p>
          </p:txBody>
        </p:sp>
        <p:pic>
          <p:nvPicPr>
            <p:cNvPr id="31" name="Picture 30" descr="image.png"/>
            <p:cNvPicPr>
              <a:picLocks noChangeAspect="1"/>
            </p:cNvPicPr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1333466" y="5613082"/>
              <a:ext cx="228594" cy="165734"/>
            </a:xfrm>
            <a:prstGeom prst="rect">
              <a:avLst/>
            </a:prstGeom>
          </p:spPr>
        </p:pic>
        <p:pic>
          <p:nvPicPr>
            <p:cNvPr id="32" name="Picture 31" descr="image.png"/>
            <p:cNvPicPr>
              <a:picLocks noChangeAspect="1"/>
            </p:cNvPicPr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333466" y="6162675"/>
              <a:ext cx="228594" cy="114300"/>
            </a:xfrm>
            <a:prstGeom prst="rect">
              <a:avLst/>
            </a:prstGeom>
          </p:spPr>
        </p:pic>
        <p:sp>
          <p:nvSpPr>
            <p:cNvPr id="33" name="TextBox 32"/>
            <p:cNvSpPr txBox="1"/>
            <p:nvPr/>
          </p:nvSpPr>
          <p:spPr>
            <a:xfrm>
              <a:off x="1657308" y="5981699"/>
              <a:ext cx="2981250" cy="476249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196" b="1">
                  <a:solidFill>
                    <a:srgbClr val="C6A135"/>
                  </a:solidFill>
                </a:rPr>
                <a:t>Drag-drop</a:t>
              </a:r>
              <a:r>
                <a:rPr sz="1196" b="0">
                  <a:solidFill>
                    <a:srgbClr val="333333"/>
                  </a:solidFill>
                </a:rPr>
                <a:t> matches Gmail/Drive experience</a:t>
              </a:r>
            </a:p>
          </p:txBody>
        </p:sp>
        <p:pic>
          <p:nvPicPr>
            <p:cNvPr id="34" name="Picture 33" descr="image.png"/>
            <p:cNvPicPr>
              <a:picLocks noChangeAspect="1"/>
            </p:cNvPicPr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829054" y="6162675"/>
              <a:ext cx="228594" cy="114300"/>
            </a:xfrm>
            <a:prstGeom prst="rect">
              <a:avLst/>
            </a:prstGeom>
          </p:spPr>
        </p:pic>
        <p:sp>
          <p:nvSpPr>
            <p:cNvPr id="35" name="TextBox 34"/>
            <p:cNvSpPr txBox="1"/>
            <p:nvPr/>
          </p:nvSpPr>
          <p:spPr>
            <a:xfrm>
              <a:off x="5152896" y="5981699"/>
              <a:ext cx="2981250" cy="476249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196" b="1">
                  <a:solidFill>
                    <a:srgbClr val="C6A135"/>
                  </a:solidFill>
                </a:rPr>
                <a:t>Step wizard</a:t>
              </a:r>
              <a:r>
                <a:rPr sz="1196" b="0">
                  <a:solidFill>
                    <a:srgbClr val="333333"/>
                  </a:solidFill>
                </a:rPr>
                <a:t> matches e-commerce checkout</a:t>
              </a:r>
            </a:p>
          </p:txBody>
        </p:sp>
        <p:pic>
          <p:nvPicPr>
            <p:cNvPr id="36" name="Picture 35" descr="image.png"/>
            <p:cNvPicPr>
              <a:picLocks noChangeAspect="1"/>
            </p:cNvPicPr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8315117" y="6162675"/>
              <a:ext cx="228594" cy="114300"/>
            </a:xfrm>
            <a:prstGeom prst="rect">
              <a:avLst/>
            </a:prstGeom>
          </p:spPr>
        </p:pic>
        <p:sp>
          <p:nvSpPr>
            <p:cNvPr id="37" name="TextBox 36"/>
            <p:cNvSpPr txBox="1"/>
            <p:nvPr/>
          </p:nvSpPr>
          <p:spPr>
            <a:xfrm>
              <a:off x="8638959" y="5981699"/>
              <a:ext cx="2981250" cy="476249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196" b="0">
                  <a:solidFill>
                    <a:srgbClr val="333333"/>
                  </a:solidFill>
                </a:rPr>
                <a:t>Universal icons: </a:t>
              </a:r>
              <a:r>
                <a:rPr sz="1196" b="1">
                  <a:solidFill>
                    <a:srgbClr val="C6A135"/>
                  </a:solidFill>
                </a:rPr>
                <a:t>✓ = success, ✗ = error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1239219" y="380999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C6A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382090" y="550117"/>
            <a:ext cx="285742" cy="23326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80990" y="380999"/>
            <a:ext cx="5410064" cy="4762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392" b="1">
                <a:solidFill>
                  <a:srgbClr val="1B5E20"/>
                </a:solidFill>
              </a:rPr>
              <a:t>DESIGN SYSTEM &amp; CONSISTENCY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0990" y="1238249"/>
            <a:ext cx="5600559" cy="2533649"/>
          </a:xfrm>
          <a:prstGeom prst="roundRect">
            <a:avLst>
              <a:gd name="adj" fmla="val 9022"/>
            </a:avLst>
          </a:prstGeom>
          <a:solidFill>
            <a:srgbClr val="F9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80990" y="1238249"/>
            <a:ext cx="5600559" cy="66675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71485" y="1381124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C6A13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7683" y="1474470"/>
            <a:ext cx="228594" cy="19430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95347" y="1438274"/>
            <a:ext cx="2238319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</a:rPr>
              <a:t>UNIFIED COLOR PALETTE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1485" y="2095499"/>
            <a:ext cx="285742" cy="285750"/>
          </a:xfrm>
          <a:prstGeom prst="roundRect">
            <a:avLst>
              <a:gd name="adj" fmla="val 26666"/>
            </a:avLst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71525" y="2133599"/>
            <a:ext cx="3076498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C6A135"/>
                </a:solidFill>
              </a:rPr>
              <a:t>Primary:</a:t>
            </a:r>
            <a:r>
              <a:rPr sz="1076" b="0">
                <a:solidFill>
                  <a:srgbClr val="333333"/>
                </a:solidFill>
              </a:rPr>
              <a:t> Green #1B5E20 (Trust, Institution)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1485" y="2495550"/>
            <a:ext cx="285742" cy="285750"/>
          </a:xfrm>
          <a:prstGeom prst="roundRect">
            <a:avLst>
              <a:gd name="adj" fmla="val 26666"/>
            </a:avLst>
          </a:prstGeom>
          <a:solidFill>
            <a:srgbClr val="C6A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71525" y="2533649"/>
            <a:ext cx="2886002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C6A135"/>
                </a:solidFill>
              </a:rPr>
              <a:t>Accent:</a:t>
            </a:r>
            <a:r>
              <a:rPr sz="1076" b="0">
                <a:solidFill>
                  <a:srgbClr val="333333"/>
                </a:solidFill>
              </a:rPr>
              <a:t> Gold #C6A135 (Military, Prestige)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1485" y="2895600"/>
            <a:ext cx="285742" cy="285750"/>
          </a:xfrm>
          <a:prstGeom prst="roundRect">
            <a:avLst>
              <a:gd name="adj" fmla="val 26666"/>
            </a:avLst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71525" y="2933699"/>
            <a:ext cx="1085822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C6A135"/>
                </a:solidFill>
              </a:rPr>
              <a:t>Success:</a:t>
            </a:r>
            <a:r>
              <a:rPr sz="1076" b="0">
                <a:solidFill>
                  <a:srgbClr val="333333"/>
                </a:solidFill>
              </a:rPr>
              <a:t> Green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485" y="3295650"/>
            <a:ext cx="285742" cy="285750"/>
          </a:xfrm>
          <a:prstGeom prst="roundRect">
            <a:avLst>
              <a:gd name="adj" fmla="val 26666"/>
            </a:avLst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71525" y="3333749"/>
            <a:ext cx="733406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C6A135"/>
                </a:solidFill>
              </a:rPr>
              <a:t>Error:</a:t>
            </a:r>
            <a:r>
              <a:rPr sz="1076" b="0">
                <a:solidFill>
                  <a:srgbClr val="333333"/>
                </a:solidFill>
              </a:rPr>
              <a:t> Red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0144" y="1238249"/>
            <a:ext cx="5600559" cy="2533649"/>
          </a:xfrm>
          <a:prstGeom prst="roundRect">
            <a:avLst>
              <a:gd name="adj" fmla="val 9022"/>
            </a:avLst>
          </a:prstGeom>
          <a:solidFill>
            <a:srgbClr val="F9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10144" y="1238249"/>
            <a:ext cx="5600559" cy="66675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400639" y="1381124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C6A13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76838" y="1494472"/>
            <a:ext cx="228594" cy="15430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934026" y="1438274"/>
            <a:ext cx="1219169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</a:rPr>
              <a:t>TYPOGRAPHY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00639" y="2398395"/>
            <a:ext cx="228594" cy="194309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724481" y="2381250"/>
            <a:ext cx="2781230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C6A135"/>
                </a:solidFill>
              </a:rPr>
              <a:t>Cairo font family</a:t>
            </a:r>
            <a:r>
              <a:rPr sz="1076" b="0">
                <a:solidFill>
                  <a:srgbClr val="333333"/>
                </a:solidFill>
              </a:rPr>
              <a:t> - optimized for Arabic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00639" y="2761297"/>
            <a:ext cx="228594" cy="15430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724481" y="2724150"/>
            <a:ext cx="3038399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C6A135"/>
                </a:solidFill>
              </a:rPr>
              <a:t>Consistent size scale</a:t>
            </a:r>
            <a:r>
              <a:rPr sz="1076" b="0">
                <a:solidFill>
                  <a:srgbClr val="333333"/>
                </a:solidFill>
              </a:rPr>
              <a:t> and weight hierarchy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400639" y="3092767"/>
            <a:ext cx="228594" cy="177164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724481" y="3067050"/>
            <a:ext cx="2619309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C6A135"/>
                </a:solidFill>
              </a:rPr>
              <a:t>Optimized line height</a:t>
            </a:r>
            <a:r>
              <a:rPr sz="1076" b="0">
                <a:solidFill>
                  <a:srgbClr val="333333"/>
                </a:solidFill>
              </a:rPr>
              <a:t> for readability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0990" y="4010024"/>
            <a:ext cx="5600559" cy="2533649"/>
          </a:xfrm>
          <a:prstGeom prst="roundRect">
            <a:avLst>
              <a:gd name="adj" fmla="val 9022"/>
            </a:avLst>
          </a:prstGeom>
          <a:solidFill>
            <a:srgbClr val="F9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80990" y="4010024"/>
            <a:ext cx="5600559" cy="66675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571485" y="4152899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C6A13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47683" y="4249102"/>
            <a:ext cx="228594" cy="188595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095347" y="4210049"/>
            <a:ext cx="2276418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</a:rPr>
              <a:t>REUSABLE COMPONENTS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71485" y="4972050"/>
            <a:ext cx="2533586" cy="571500"/>
          </a:xfrm>
          <a:prstGeom prst="roundRect">
            <a:avLst>
              <a:gd name="adj" fmla="val 2666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685782" y="5086350"/>
            <a:ext cx="342891" cy="342900"/>
          </a:xfrm>
          <a:prstGeom prst="roundRect">
            <a:avLst>
              <a:gd name="adj" fmla="val 50000"/>
            </a:avLst>
          </a:prstGeom>
          <a:solidFill>
            <a:srgbClr val="1B5E20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78242" y="5162550"/>
            <a:ext cx="157971" cy="190499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142971" y="5143500"/>
            <a:ext cx="581010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33333"/>
                </a:solidFill>
              </a:rPr>
              <a:t>Buttons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247943" y="4972050"/>
            <a:ext cx="2533586" cy="571500"/>
          </a:xfrm>
          <a:prstGeom prst="roundRect">
            <a:avLst>
              <a:gd name="adj" fmla="val 2666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3362240" y="5086350"/>
            <a:ext cx="342891" cy="342900"/>
          </a:xfrm>
          <a:prstGeom prst="roundRect">
            <a:avLst>
              <a:gd name="adj" fmla="val 50000"/>
            </a:avLst>
          </a:prstGeom>
          <a:solidFill>
            <a:srgbClr val="1B5E20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438439" y="5177958"/>
            <a:ext cx="190495" cy="159683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3819429" y="5143500"/>
            <a:ext cx="419089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33333"/>
                </a:solidFill>
              </a:rPr>
              <a:t>Cards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71485" y="5676900"/>
            <a:ext cx="2533586" cy="571500"/>
          </a:xfrm>
          <a:prstGeom prst="roundRect">
            <a:avLst>
              <a:gd name="adj" fmla="val 2666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685782" y="5791200"/>
            <a:ext cx="342891" cy="342900"/>
          </a:xfrm>
          <a:prstGeom prst="roundRect">
            <a:avLst>
              <a:gd name="adj" fmla="val 50000"/>
            </a:avLst>
          </a:prstGeom>
          <a:solidFill>
            <a:srgbClr val="1B5E20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61980" y="5887010"/>
            <a:ext cx="190495" cy="151279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1142971" y="5857875"/>
            <a:ext cx="457188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33333"/>
                </a:solidFill>
              </a:rPr>
              <a:t>Forms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247943" y="5676900"/>
            <a:ext cx="2533586" cy="571500"/>
          </a:xfrm>
          <a:prstGeom prst="roundRect">
            <a:avLst>
              <a:gd name="adj" fmla="val 2666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3362240" y="5791200"/>
            <a:ext cx="342891" cy="342900"/>
          </a:xfrm>
          <a:prstGeom prst="roundRect">
            <a:avLst>
              <a:gd name="adj" fmla="val 50000"/>
            </a:avLst>
          </a:prstGeom>
          <a:solidFill>
            <a:srgbClr val="1B5E20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3438439" y="5909422"/>
            <a:ext cx="190495" cy="106455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3819429" y="5857875"/>
            <a:ext cx="1066773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33333"/>
                </a:solidFill>
              </a:rPr>
              <a:t>Header/Footer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210144" y="4010024"/>
            <a:ext cx="5600559" cy="2533649"/>
          </a:xfrm>
          <a:prstGeom prst="roundRect">
            <a:avLst>
              <a:gd name="adj" fmla="val 9022"/>
            </a:avLst>
          </a:prstGeom>
          <a:solidFill>
            <a:srgbClr val="F9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6210144" y="4010024"/>
            <a:ext cx="5600559" cy="66675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6400639" y="4152899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C6A13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6476838" y="4260532"/>
            <a:ext cx="228594" cy="165734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6934026" y="4210049"/>
            <a:ext cx="1876378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</a:rPr>
              <a:t>RESPONSIVE DESIGN</a:t>
            </a:r>
          </a:p>
        </p:txBody>
      </p:sp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6400639" y="5084444"/>
            <a:ext cx="228594" cy="194309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6724481" y="5067299"/>
            <a:ext cx="2714557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33333"/>
                </a:solidFill>
              </a:rPr>
              <a:t>Works on </a:t>
            </a:r>
            <a:r>
              <a:rPr sz="1076" b="1">
                <a:solidFill>
                  <a:srgbClr val="C6A135"/>
                </a:solidFill>
              </a:rPr>
              <a:t>desktop, tablet, and mobile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076898" y="5391150"/>
            <a:ext cx="476238" cy="476249"/>
          </a:xfrm>
          <a:prstGeom prst="roundRect">
            <a:avLst>
              <a:gd name="adj" fmla="val 32000"/>
            </a:avLst>
          </a:prstGeom>
          <a:solidFill>
            <a:srgbClr val="1B5E20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7181670" y="5506692"/>
            <a:ext cx="266693" cy="226115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7010224" y="5943600"/>
            <a:ext cx="600059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33333"/>
                </a:solidFill>
              </a:rPr>
              <a:t>Desktop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829454" y="5391150"/>
            <a:ext cx="476238" cy="476249"/>
          </a:xfrm>
          <a:prstGeom prst="roundRect">
            <a:avLst>
              <a:gd name="adj" fmla="val 32000"/>
            </a:avLst>
          </a:prstGeom>
          <a:solidFill>
            <a:srgbClr val="1B5E20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8967016" y="5486400"/>
            <a:ext cx="201113" cy="266699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8838979" y="5943600"/>
            <a:ext cx="457188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33333"/>
                </a:solidFill>
              </a:rPr>
              <a:t>Tablet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0524861" y="5391150"/>
            <a:ext cx="476238" cy="476249"/>
          </a:xfrm>
          <a:prstGeom prst="roundRect">
            <a:avLst>
              <a:gd name="adj" fmla="val 32000"/>
            </a:avLst>
          </a:prstGeom>
          <a:solidFill>
            <a:srgbClr val="1B5E20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4" name="Picture 63" descr="image.png"/>
          <p:cNvPicPr>
            <a:picLocks noChangeAspect="1"/>
          </p:cNvPicPr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10629634" y="5495096"/>
            <a:ext cx="266693" cy="249306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10515337" y="5943600"/>
            <a:ext cx="495287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33333"/>
                </a:solidFill>
              </a:rPr>
              <a:t>Mobile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1239219" y="380999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C6A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382090" y="544285"/>
            <a:ext cx="285742" cy="2449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80990" y="380999"/>
            <a:ext cx="1809704" cy="4762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392" b="1">
                <a:solidFill>
                  <a:srgbClr val="1B5E20"/>
                </a:solidFill>
              </a:rPr>
              <a:t>LIVE DEMO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E62DFE00-199C-092C-2BDE-66D43F1BF426}"/>
              </a:ext>
            </a:extLst>
          </p:cNvPr>
          <p:cNvGrpSpPr/>
          <p:nvPr/>
        </p:nvGrpSpPr>
        <p:grpSpPr>
          <a:xfrm>
            <a:off x="4705232" y="1412852"/>
            <a:ext cx="2351156" cy="405176"/>
            <a:chOff x="4705232" y="1412852"/>
            <a:chExt cx="2351156" cy="405176"/>
          </a:xfrm>
        </p:grpSpPr>
        <p:sp>
          <p:nvSpPr>
            <p:cNvPr id="5" name="TextBox 4">
              <a:hlinkClick r:id="rId3"/>
            </p:cNvPr>
            <p:cNvSpPr txBox="1"/>
            <p:nvPr/>
          </p:nvSpPr>
          <p:spPr>
            <a:xfrm>
              <a:off x="4705232" y="1412852"/>
              <a:ext cx="2351156" cy="405176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650"/>
                </a:spcAft>
              </a:pPr>
              <a:r>
                <a:rPr sz="1913" b="1" dirty="0">
                  <a:solidFill>
                    <a:srgbClr val="1B5E20"/>
                  </a:solidFill>
                </a:rPr>
                <a:t> </a:t>
              </a:r>
              <a:r>
                <a:rPr sz="1104" dirty="0"/>
                <a:t>  </a:t>
              </a:r>
              <a:r>
                <a:rPr sz="1913" b="1" dirty="0">
                  <a:solidFill>
                    <a:srgbClr val="1B5E20"/>
                  </a:solidFill>
                </a:rPr>
                <a:t> </a:t>
              </a:r>
              <a:r>
                <a:rPr lang="ar-EG" sz="1913" b="1" dirty="0">
                  <a:solidFill>
                    <a:srgbClr val="1B5E20"/>
                  </a:solidFill>
                </a:rPr>
                <a:t>  </a:t>
              </a:r>
              <a:r>
                <a:rPr sz="1913" b="1" dirty="0">
                  <a:solidFill>
                    <a:srgbClr val="1B5E20"/>
                  </a:solidFill>
                </a:rPr>
                <a:t>DEMONSTRATION </a:t>
              </a:r>
            </a:p>
          </p:txBody>
        </p:sp>
        <p:pic>
          <p:nvPicPr>
            <p:cNvPr id="6" name="Picture 5" descr="image.png"/>
            <p:cNvPicPr>
              <a:picLocks noChangeAspect="1"/>
            </p:cNvPicPr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705232" y="1494242"/>
              <a:ext cx="342891" cy="242394"/>
            </a:xfrm>
            <a:prstGeom prst="rect">
              <a:avLst/>
            </a:prstGeom>
          </p:spPr>
        </p:pic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2D658930-AEA7-E118-E0D4-E95F053B1138}"/>
              </a:ext>
            </a:extLst>
          </p:cNvPr>
          <p:cNvGrpSpPr/>
          <p:nvPr/>
        </p:nvGrpSpPr>
        <p:grpSpPr>
          <a:xfrm>
            <a:off x="293367" y="2374287"/>
            <a:ext cx="7429315" cy="3362324"/>
            <a:chOff x="2285942" y="2095499"/>
            <a:chExt cx="7429315" cy="3362324"/>
          </a:xfrm>
        </p:grpSpPr>
        <p:sp>
          <p:nvSpPr>
            <p:cNvPr id="7" name="Rounded Rectangle 6"/>
            <p:cNvSpPr/>
            <p:nvPr/>
          </p:nvSpPr>
          <p:spPr>
            <a:xfrm>
              <a:off x="2285942" y="2095499"/>
              <a:ext cx="3669033" cy="962024"/>
            </a:xfrm>
            <a:prstGeom prst="roundRect">
              <a:avLst>
                <a:gd name="adj" fmla="val 23762"/>
              </a:avLst>
            </a:prstGeom>
            <a:solidFill>
              <a:srgbClr val="F9F9F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2476438" y="2286000"/>
              <a:ext cx="571485" cy="571500"/>
            </a:xfrm>
            <a:prstGeom prst="roundRect">
              <a:avLst>
                <a:gd name="adj" fmla="val 50000"/>
              </a:avLst>
            </a:prstGeom>
            <a:solidFill>
              <a:srgbClr val="1B5E20">
                <a:alpha val="10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9" name="Picture 8" descr="image.png"/>
            <p:cNvPicPr>
              <a:picLocks noChangeAspect="1"/>
            </p:cNvPicPr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19309" y="2465322"/>
              <a:ext cx="285742" cy="212854"/>
            </a:xfrm>
            <a:prstGeom prst="rect">
              <a:avLst/>
            </a:prstGeom>
          </p:spPr>
        </p:pic>
        <p:sp>
          <p:nvSpPr>
            <p:cNvPr id="10" name="TextBox 9"/>
            <p:cNvSpPr txBox="1"/>
            <p:nvPr/>
          </p:nvSpPr>
          <p:spPr>
            <a:xfrm>
              <a:off x="3238419" y="2286000"/>
              <a:ext cx="6476838" cy="266699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520"/>
                </a:spcAft>
              </a:pPr>
              <a:r>
                <a:rPr sz="1315" b="1">
                  <a:solidFill>
                    <a:srgbClr val="1B5E20"/>
                  </a:solidFill>
                </a:rPr>
                <a:t>Homepage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238419" y="2628900"/>
              <a:ext cx="6476838" cy="23812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196" b="0">
                  <a:solidFill>
                    <a:srgbClr val="555555"/>
                  </a:solidFill>
                </a:rPr>
                <a:t> </a:t>
              </a:r>
              <a:r>
                <a:rPr sz="1196" b="1">
                  <a:solidFill>
                    <a:srgbClr val="C6A135"/>
                  </a:solidFill>
                </a:rPr>
                <a:t>Navigation</a:t>
              </a:r>
              <a:r>
                <a:rPr sz="1196" b="0">
                  <a:solidFill>
                    <a:srgbClr val="555555"/>
                  </a:solidFill>
                </a:rPr>
                <a:t> &amp; services slider 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2285942" y="3295650"/>
              <a:ext cx="3669033" cy="962024"/>
            </a:xfrm>
            <a:prstGeom prst="roundRect">
              <a:avLst>
                <a:gd name="adj" fmla="val 23762"/>
              </a:avLst>
            </a:prstGeom>
            <a:solidFill>
              <a:srgbClr val="F9F9F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2476438" y="3486150"/>
              <a:ext cx="571485" cy="571500"/>
            </a:xfrm>
            <a:prstGeom prst="roundRect">
              <a:avLst>
                <a:gd name="adj" fmla="val 50000"/>
              </a:avLst>
            </a:prstGeom>
            <a:solidFill>
              <a:srgbClr val="1B5E20">
                <a:alpha val="10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14" name="Picture 13" descr="image.png"/>
            <p:cNvPicPr>
              <a:picLocks noChangeAspect="1"/>
            </p:cNvPicPr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2619309" y="3669846"/>
              <a:ext cx="285742" cy="204107"/>
            </a:xfrm>
            <a:prstGeom prst="rect">
              <a:avLst/>
            </a:prstGeom>
          </p:spPr>
        </p:pic>
        <p:sp>
          <p:nvSpPr>
            <p:cNvPr id="15" name="TextBox 14"/>
            <p:cNvSpPr txBox="1"/>
            <p:nvPr/>
          </p:nvSpPr>
          <p:spPr>
            <a:xfrm>
              <a:off x="3238419" y="3486150"/>
              <a:ext cx="6476838" cy="266699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520"/>
                </a:spcAft>
              </a:pPr>
              <a:r>
                <a:rPr sz="1315" b="1">
                  <a:solidFill>
                    <a:srgbClr val="1B5E20"/>
                  </a:solidFill>
                </a:rPr>
                <a:t>Registration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238419" y="3829050"/>
              <a:ext cx="6476838" cy="23812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196" b="0">
                  <a:solidFill>
                    <a:srgbClr val="555555"/>
                  </a:solidFill>
                </a:rPr>
                <a:t> </a:t>
              </a:r>
              <a:r>
                <a:rPr sz="1196" b="1">
                  <a:solidFill>
                    <a:srgbClr val="C6A135"/>
                  </a:solidFill>
                </a:rPr>
                <a:t>Step wizard</a:t>
              </a:r>
              <a:r>
                <a:rPr sz="1196" b="0">
                  <a:solidFill>
                    <a:srgbClr val="555555"/>
                  </a:solidFill>
                </a:rPr>
                <a:t> &amp; validation 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2285942" y="4495799"/>
              <a:ext cx="3669033" cy="962024"/>
            </a:xfrm>
            <a:prstGeom prst="roundRect">
              <a:avLst>
                <a:gd name="adj" fmla="val 23762"/>
              </a:avLst>
            </a:prstGeom>
            <a:solidFill>
              <a:srgbClr val="F9F9F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2476438" y="4686300"/>
              <a:ext cx="571485" cy="571500"/>
            </a:xfrm>
            <a:prstGeom prst="roundRect">
              <a:avLst>
                <a:gd name="adj" fmla="val 50000"/>
              </a:avLst>
            </a:prstGeom>
            <a:solidFill>
              <a:srgbClr val="1B5E20">
                <a:alpha val="10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19" name="Picture 18" descr="image.png"/>
            <p:cNvPicPr>
              <a:picLocks noChangeAspect="1"/>
            </p:cNvPicPr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2619309" y="4869996"/>
              <a:ext cx="285742" cy="204107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3238419" y="4686300"/>
              <a:ext cx="6476838" cy="266699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520"/>
                </a:spcAft>
              </a:pPr>
              <a:r>
                <a:rPr sz="1315" b="1">
                  <a:solidFill>
                    <a:srgbClr val="1B5E20"/>
                  </a:solidFill>
                </a:rPr>
                <a:t>Upload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238419" y="5029200"/>
              <a:ext cx="6476838" cy="23812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196" b="0">
                  <a:solidFill>
                    <a:srgbClr val="555555"/>
                  </a:solidFill>
                </a:rPr>
                <a:t> </a:t>
              </a:r>
              <a:r>
                <a:rPr sz="1196" b="1">
                  <a:solidFill>
                    <a:srgbClr val="C6A135"/>
                  </a:solidFill>
                </a:rPr>
                <a:t>Drag-and-drop</a:t>
              </a:r>
              <a:r>
                <a:rPr sz="1196" b="0">
                  <a:solidFill>
                    <a:srgbClr val="555555"/>
                  </a:solidFill>
                </a:rPr>
                <a:t> &amp; file preview 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6DD8CE86-6202-D9AD-6192-D9740DAA877F}"/>
              </a:ext>
            </a:extLst>
          </p:cNvPr>
          <p:cNvGrpSpPr/>
          <p:nvPr/>
        </p:nvGrpSpPr>
        <p:grpSpPr>
          <a:xfrm>
            <a:off x="4286448" y="2374287"/>
            <a:ext cx="7619809" cy="3181350"/>
            <a:chOff x="2285942" y="5695949"/>
            <a:chExt cx="7619809" cy="3181350"/>
          </a:xfrm>
        </p:grpSpPr>
        <p:sp>
          <p:nvSpPr>
            <p:cNvPr id="22" name="Rounded Rectangle 21"/>
            <p:cNvSpPr/>
            <p:nvPr/>
          </p:nvSpPr>
          <p:spPr>
            <a:xfrm>
              <a:off x="2285942" y="5695949"/>
              <a:ext cx="7619809" cy="1981199"/>
            </a:xfrm>
            <a:prstGeom prst="roundRect">
              <a:avLst>
                <a:gd name="adj" fmla="val 11538"/>
              </a:avLst>
            </a:prstGeom>
            <a:solidFill>
              <a:srgbClr val="F9F9F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2476438" y="5886450"/>
              <a:ext cx="571485" cy="571500"/>
            </a:xfrm>
            <a:prstGeom prst="roundRect">
              <a:avLst>
                <a:gd name="adj" fmla="val 50000"/>
              </a:avLst>
            </a:prstGeom>
            <a:solidFill>
              <a:srgbClr val="1B5E20">
                <a:alpha val="10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24" name="Picture 23" descr="image.png"/>
            <p:cNvPicPr>
              <a:picLocks noChangeAspect="1"/>
            </p:cNvPicPr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2619309" y="6061398"/>
              <a:ext cx="285742" cy="221602"/>
            </a:xfrm>
            <a:prstGeom prst="rect">
              <a:avLst/>
            </a:prstGeom>
          </p:spPr>
        </p:pic>
        <p:sp>
          <p:nvSpPr>
            <p:cNvPr id="25" name="TextBox 24"/>
            <p:cNvSpPr txBox="1"/>
            <p:nvPr/>
          </p:nvSpPr>
          <p:spPr>
            <a:xfrm>
              <a:off x="3238419" y="5886450"/>
              <a:ext cx="6476838" cy="266699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520"/>
                </a:spcAft>
              </a:pPr>
              <a:r>
                <a:rPr sz="1315" b="1">
                  <a:solidFill>
                    <a:srgbClr val="1B5E20"/>
                  </a:solidFill>
                </a:rPr>
                <a:t>Results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3238419" y="6229350"/>
              <a:ext cx="6476838" cy="23812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196" b="0">
                  <a:solidFill>
                    <a:srgbClr val="555555"/>
                  </a:solidFill>
                </a:rPr>
                <a:t>Search with test IDs:</a:t>
              </a:r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3238419" y="6562725"/>
              <a:ext cx="2781230" cy="390525"/>
            </a:xfrm>
            <a:prstGeom prst="roundRect">
              <a:avLst>
                <a:gd name="adj" fmla="val 39024"/>
              </a:avLst>
            </a:prstGeom>
            <a:solidFill>
              <a:srgbClr val="C6A135">
                <a:alpha val="10000"/>
              </a:srgbClr>
            </a:solidFill>
            <a:ln w="8255">
              <a:solidFill>
                <a:srgbClr val="C6A13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28" name="Picture 27" descr="image.png"/>
            <p:cNvPicPr>
              <a:picLocks noChangeAspect="1"/>
            </p:cNvPicPr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3390815" y="6681507"/>
              <a:ext cx="190495" cy="162485"/>
            </a:xfrm>
            <a:prstGeom prst="rect">
              <a:avLst/>
            </a:prstGeom>
          </p:spPr>
        </p:pic>
        <p:sp>
          <p:nvSpPr>
            <p:cNvPr id="29" name="TextBox 28"/>
            <p:cNvSpPr txBox="1"/>
            <p:nvPr/>
          </p:nvSpPr>
          <p:spPr>
            <a:xfrm>
              <a:off x="3657508" y="6648450"/>
              <a:ext cx="2209744" cy="21907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76" b="0">
                  <a:solidFill>
                    <a:srgbClr val="333333"/>
                  </a:solidFill>
                </a:rPr>
                <a:t>00000000000000 → Pass (ناجح)</a:t>
              </a:r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6162520" y="6562725"/>
              <a:ext cx="2838379" cy="390525"/>
            </a:xfrm>
            <a:prstGeom prst="roundRect">
              <a:avLst>
                <a:gd name="adj" fmla="val 39024"/>
              </a:avLst>
            </a:prstGeom>
            <a:solidFill>
              <a:srgbClr val="C6A135">
                <a:alpha val="10000"/>
              </a:srgbClr>
            </a:solidFill>
            <a:ln w="8255">
              <a:solidFill>
                <a:srgbClr val="C6A13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31" name="Picture 30" descr="image.png"/>
            <p:cNvPicPr>
              <a:picLocks noChangeAspect="1"/>
            </p:cNvPicPr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6314917" y="6681507"/>
              <a:ext cx="190495" cy="162485"/>
            </a:xfrm>
            <a:prstGeom prst="rect">
              <a:avLst/>
            </a:prstGeom>
          </p:spPr>
        </p:pic>
        <p:sp>
          <p:nvSpPr>
            <p:cNvPr id="32" name="TextBox 31"/>
            <p:cNvSpPr txBox="1"/>
            <p:nvPr/>
          </p:nvSpPr>
          <p:spPr>
            <a:xfrm>
              <a:off x="6581610" y="6648450"/>
              <a:ext cx="2266893" cy="21907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76" b="0">
                  <a:solidFill>
                    <a:srgbClr val="333333"/>
                  </a:solidFill>
                </a:rPr>
                <a:t>44444444444444 → Fail (راسب)</a:t>
              </a:r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3238419" y="7096124"/>
              <a:ext cx="2219269" cy="390525"/>
            </a:xfrm>
            <a:prstGeom prst="roundRect">
              <a:avLst>
                <a:gd name="adj" fmla="val 39024"/>
              </a:avLst>
            </a:prstGeom>
            <a:solidFill>
              <a:srgbClr val="C6A135">
                <a:alpha val="10000"/>
              </a:srgbClr>
            </a:solidFill>
            <a:ln w="8255">
              <a:solidFill>
                <a:srgbClr val="C6A13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34" name="Picture 33" descr="image.png"/>
            <p:cNvPicPr>
              <a:picLocks noChangeAspect="1"/>
            </p:cNvPicPr>
            <p:nvPr/>
          </p:nvPicPr>
          <p:blipFill>
            <a:blip r:embed="rId11">
              <a:alphaModFix/>
            </a:blip>
            <a:stretch>
              <a:fillRect/>
            </a:stretch>
          </p:blipFill>
          <p:spPr>
            <a:xfrm>
              <a:off x="3390815" y="7221911"/>
              <a:ext cx="190495" cy="148477"/>
            </a:xfrm>
            <a:prstGeom prst="rect">
              <a:avLst/>
            </a:prstGeom>
          </p:spPr>
        </p:pic>
        <p:sp>
          <p:nvSpPr>
            <p:cNvPr id="35" name="TextBox 34"/>
            <p:cNvSpPr txBox="1"/>
            <p:nvPr/>
          </p:nvSpPr>
          <p:spPr>
            <a:xfrm>
              <a:off x="3657508" y="7181849"/>
              <a:ext cx="1647783" cy="21907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76" b="0">
                  <a:solidFill>
                    <a:srgbClr val="333333"/>
                  </a:solidFill>
                </a:rPr>
                <a:t>Any other → Not found</a:t>
              </a:r>
            </a:p>
          </p:txBody>
        </p:sp>
        <p:sp>
          <p:nvSpPr>
            <p:cNvPr id="36" name="Rounded Rectangle 35"/>
            <p:cNvSpPr/>
            <p:nvPr/>
          </p:nvSpPr>
          <p:spPr>
            <a:xfrm>
              <a:off x="2285942" y="7915275"/>
              <a:ext cx="7619809" cy="962024"/>
            </a:xfrm>
            <a:prstGeom prst="roundRect">
              <a:avLst>
                <a:gd name="adj" fmla="val 23762"/>
              </a:avLst>
            </a:prstGeom>
            <a:solidFill>
              <a:srgbClr val="F9F9F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2476438" y="8105774"/>
              <a:ext cx="571485" cy="571500"/>
            </a:xfrm>
            <a:prstGeom prst="roundRect">
              <a:avLst>
                <a:gd name="adj" fmla="val 50000"/>
              </a:avLst>
            </a:prstGeom>
            <a:solidFill>
              <a:srgbClr val="1B5E20">
                <a:alpha val="10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38" name="Picture 37" descr="image.png"/>
            <p:cNvPicPr>
              <a:picLocks noChangeAspect="1"/>
            </p:cNvPicPr>
            <p:nvPr/>
          </p:nvPicPr>
          <p:blipFill>
            <a:blip r:embed="rId12">
              <a:alphaModFix/>
            </a:blip>
            <a:stretch>
              <a:fillRect/>
            </a:stretch>
          </p:blipFill>
          <p:spPr>
            <a:xfrm>
              <a:off x="2619309" y="8269060"/>
              <a:ext cx="285742" cy="244928"/>
            </a:xfrm>
            <a:prstGeom prst="rect">
              <a:avLst/>
            </a:prstGeom>
          </p:spPr>
        </p:pic>
        <p:sp>
          <p:nvSpPr>
            <p:cNvPr id="39" name="TextBox 38"/>
            <p:cNvSpPr txBox="1"/>
            <p:nvPr/>
          </p:nvSpPr>
          <p:spPr>
            <a:xfrm>
              <a:off x="3238419" y="8105774"/>
              <a:ext cx="6476838" cy="266699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520"/>
                </a:spcAft>
              </a:pPr>
              <a:r>
                <a:rPr sz="1315" b="1">
                  <a:solidFill>
                    <a:srgbClr val="1B5E20"/>
                  </a:solidFill>
                </a:rPr>
                <a:t>Exam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3238419" y="8448674"/>
              <a:ext cx="6476838" cy="23812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196" b="0">
                  <a:solidFill>
                    <a:srgbClr val="555555"/>
                  </a:solidFill>
                </a:rPr>
                <a:t> </a:t>
              </a:r>
              <a:r>
                <a:rPr sz="1196" b="1">
                  <a:solidFill>
                    <a:srgbClr val="C6A135"/>
                  </a:solidFill>
                </a:rPr>
                <a:t>Stat cards</a:t>
              </a:r>
              <a:r>
                <a:rPr sz="1196" b="0">
                  <a:solidFill>
                    <a:srgbClr val="555555"/>
                  </a:solidFill>
                </a:rPr>
                <a:t> &amp; checklist 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1239219" y="380999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C6A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382090" y="544285"/>
            <a:ext cx="285742" cy="2449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80990" y="135192"/>
            <a:ext cx="5343391" cy="4762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392" b="1" dirty="0">
                <a:solidFill>
                  <a:srgbClr val="1B5E20"/>
                </a:solidFill>
              </a:rPr>
              <a:t>CONCLUSION &amp; KEY TAKEAWAYS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80990" y="7467599"/>
            <a:ext cx="11429714" cy="552450"/>
          </a:xfrm>
          <a:prstGeom prst="roundRect">
            <a:avLst>
              <a:gd name="adj" fmla="val 41379"/>
            </a:avLst>
          </a:prstGeom>
          <a:solidFill>
            <a:srgbClr val="1B5E20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8B1150D-7B89-B553-1C92-E825AAA821C3}"/>
              </a:ext>
            </a:extLst>
          </p:cNvPr>
          <p:cNvGrpSpPr/>
          <p:nvPr/>
        </p:nvGrpSpPr>
        <p:grpSpPr>
          <a:xfrm>
            <a:off x="380990" y="831808"/>
            <a:ext cx="11429714" cy="5947410"/>
            <a:chOff x="380990" y="1904999"/>
            <a:chExt cx="11429714" cy="5947410"/>
          </a:xfrm>
        </p:grpSpPr>
        <p:sp>
          <p:nvSpPr>
            <p:cNvPr id="7" name="Rounded Rectangle 6"/>
            <p:cNvSpPr/>
            <p:nvPr/>
          </p:nvSpPr>
          <p:spPr>
            <a:xfrm>
              <a:off x="380990" y="1904999"/>
              <a:ext cx="8572285" cy="914400"/>
            </a:xfrm>
            <a:prstGeom prst="roundRect">
              <a:avLst>
                <a:gd name="adj" fmla="val 25000"/>
              </a:avLst>
            </a:prstGeom>
            <a:solidFill>
              <a:srgbClr val="F9F9F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571485" y="2095499"/>
              <a:ext cx="476238" cy="476249"/>
            </a:xfrm>
            <a:prstGeom prst="roundRect">
              <a:avLst>
                <a:gd name="adj" fmla="val 50000"/>
              </a:avLst>
            </a:prstGeom>
            <a:solidFill>
              <a:srgbClr val="1B5E2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89250" y="2167809"/>
              <a:ext cx="240707" cy="331629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435" b="1" dirty="0">
                  <a:solidFill>
                    <a:srgbClr val="FFFFFF"/>
                  </a:solidFill>
                </a:rPr>
                <a:t>1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238219" y="2095499"/>
              <a:ext cx="7524561" cy="533399"/>
            </a:xfrm>
            <a:prstGeom prst="rect">
              <a:avLst/>
            </a:prstGeom>
            <a:noFill/>
          </p:spPr>
          <p:txBody>
            <a:bodyPr wrap="square" lIns="73152" tIns="54864" rIns="73152" bIns="54864" anchor="ctr">
              <a:spAutoFit/>
            </a:bodyPr>
            <a:lstStyle/>
            <a:p>
              <a:pPr algn="l">
                <a:lnSpc>
                  <a:spcPts val="18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96" b="0">
                  <a:solidFill>
                    <a:srgbClr val="333333"/>
                  </a:solidFill>
                </a:rPr>
                <a:t> HCI principles are </a:t>
              </a:r>
              <a:r>
                <a:rPr sz="1196" b="1">
                  <a:solidFill>
                    <a:srgbClr val="C6A135"/>
                  </a:solidFill>
                </a:rPr>
                <a:t>PRACTICAL TOOLS</a:t>
              </a:r>
              <a:r>
                <a:rPr sz="1196" b="0">
                  <a:solidFill>
                    <a:srgbClr val="333333"/>
                  </a:solidFill>
                </a:rPr>
                <a:t>, not just theory → Every principle directly improved our design 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380990" y="3009900"/>
              <a:ext cx="8572285" cy="914400"/>
            </a:xfrm>
            <a:prstGeom prst="roundRect">
              <a:avLst>
                <a:gd name="adj" fmla="val 25000"/>
              </a:avLst>
            </a:prstGeom>
            <a:solidFill>
              <a:srgbClr val="F9F9F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571485" y="3200400"/>
              <a:ext cx="476238" cy="476249"/>
            </a:xfrm>
            <a:prstGeom prst="roundRect">
              <a:avLst>
                <a:gd name="adj" fmla="val 50000"/>
              </a:avLst>
            </a:prstGeom>
            <a:solidFill>
              <a:srgbClr val="1B5E2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89250" y="3272710"/>
              <a:ext cx="240707" cy="331629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435" b="1" dirty="0">
                  <a:solidFill>
                    <a:srgbClr val="FFFFFF"/>
                  </a:solidFill>
                </a:rPr>
                <a:t>2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238219" y="3200400"/>
              <a:ext cx="7524561" cy="533399"/>
            </a:xfrm>
            <a:prstGeom prst="rect">
              <a:avLst/>
            </a:prstGeom>
            <a:noFill/>
          </p:spPr>
          <p:txBody>
            <a:bodyPr wrap="square" lIns="73152" tIns="54864" rIns="73152" bIns="54864" anchor="ctr">
              <a:spAutoFit/>
            </a:bodyPr>
            <a:lstStyle/>
            <a:p>
              <a:pPr algn="l">
                <a:lnSpc>
                  <a:spcPts val="18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96" b="0">
                  <a:solidFill>
                    <a:srgbClr val="333333"/>
                  </a:solidFill>
                </a:rPr>
                <a:t> </a:t>
              </a:r>
              <a:r>
                <a:rPr sz="1196" b="1">
                  <a:solidFill>
                    <a:srgbClr val="C6A135"/>
                  </a:solidFill>
                </a:rPr>
                <a:t>COGNITIVE LIMITATIONS</a:t>
              </a:r>
              <a:r>
                <a:rPr sz="1196" b="0">
                  <a:solidFill>
                    <a:srgbClr val="333333"/>
                  </a:solidFill>
                </a:rPr>
                <a:t> must guide design decisions → Miller's Law shaped our navigation and chunking 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380990" y="4114800"/>
              <a:ext cx="8572285" cy="857250"/>
            </a:xfrm>
            <a:prstGeom prst="roundRect">
              <a:avLst>
                <a:gd name="adj" fmla="val 26666"/>
              </a:avLst>
            </a:prstGeom>
            <a:solidFill>
              <a:srgbClr val="F9F9F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571485" y="4305300"/>
              <a:ext cx="476238" cy="476249"/>
            </a:xfrm>
            <a:prstGeom prst="roundRect">
              <a:avLst>
                <a:gd name="adj" fmla="val 50000"/>
              </a:avLst>
            </a:prstGeom>
            <a:solidFill>
              <a:srgbClr val="1B5E2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689250" y="4377610"/>
              <a:ext cx="240707" cy="331629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435" b="1">
                  <a:solidFill>
                    <a:srgbClr val="FFFFFF"/>
                  </a:solidFill>
                </a:rPr>
                <a:t>3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238219" y="4305300"/>
              <a:ext cx="7334066" cy="266699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lnSpc>
                  <a:spcPts val="18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96" b="0">
                  <a:solidFill>
                    <a:srgbClr val="333333"/>
                  </a:solidFill>
                </a:rPr>
                <a:t> </a:t>
              </a:r>
              <a:r>
                <a:rPr sz="1196" b="1">
                  <a:solidFill>
                    <a:srgbClr val="C6A135"/>
                  </a:solidFill>
                </a:rPr>
                <a:t>SMALL CHANGES</a:t>
              </a:r>
              <a:r>
                <a:rPr sz="1196" b="0">
                  <a:solidFill>
                    <a:srgbClr val="333333"/>
                  </a:solidFill>
                </a:rPr>
                <a:t> make big differences → Adding ✓/✗ icons dramatically improves feedback 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380990" y="5162550"/>
              <a:ext cx="8572285" cy="914400"/>
            </a:xfrm>
            <a:prstGeom prst="roundRect">
              <a:avLst>
                <a:gd name="adj" fmla="val 25000"/>
              </a:avLst>
            </a:prstGeom>
            <a:solidFill>
              <a:srgbClr val="F9F9F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571485" y="5353049"/>
              <a:ext cx="476238" cy="476249"/>
            </a:xfrm>
            <a:prstGeom prst="roundRect">
              <a:avLst>
                <a:gd name="adj" fmla="val 50000"/>
              </a:avLst>
            </a:prstGeom>
            <a:solidFill>
              <a:srgbClr val="1B5E2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689250" y="5425359"/>
              <a:ext cx="240707" cy="331629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435" b="1">
                  <a:solidFill>
                    <a:srgbClr val="FFFFFF"/>
                  </a:solidFill>
                </a:rPr>
                <a:t>4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1238219" y="5353049"/>
              <a:ext cx="7524561" cy="533399"/>
            </a:xfrm>
            <a:prstGeom prst="rect">
              <a:avLst/>
            </a:prstGeom>
            <a:noFill/>
          </p:spPr>
          <p:txBody>
            <a:bodyPr wrap="square" lIns="73152" tIns="54864" rIns="73152" bIns="54864" anchor="ctr">
              <a:spAutoFit/>
            </a:bodyPr>
            <a:lstStyle/>
            <a:p>
              <a:pPr algn="l">
                <a:lnSpc>
                  <a:spcPts val="18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96" b="0">
                  <a:solidFill>
                    <a:srgbClr val="333333"/>
                  </a:solidFill>
                </a:rPr>
                <a:t> </a:t>
              </a:r>
              <a:r>
                <a:rPr sz="1196" b="1">
                  <a:solidFill>
                    <a:srgbClr val="C6A135"/>
                  </a:solidFill>
                </a:rPr>
                <a:t>CONSISTENCY</a:t>
              </a:r>
              <a:r>
                <a:rPr sz="1196" b="0">
                  <a:solidFill>
                    <a:srgbClr val="333333"/>
                  </a:solidFill>
                </a:rPr>
                <a:t> reduces learning curve and builds trust → One design system = learn once, use everywhere </a:t>
              </a: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380990" y="6267449"/>
              <a:ext cx="8572285" cy="914400"/>
            </a:xfrm>
            <a:prstGeom prst="roundRect">
              <a:avLst>
                <a:gd name="adj" fmla="val 25000"/>
              </a:avLst>
            </a:prstGeom>
            <a:solidFill>
              <a:srgbClr val="F9F9F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571485" y="6457950"/>
              <a:ext cx="476238" cy="476249"/>
            </a:xfrm>
            <a:prstGeom prst="roundRect">
              <a:avLst>
                <a:gd name="adj" fmla="val 50000"/>
              </a:avLst>
            </a:prstGeom>
            <a:solidFill>
              <a:srgbClr val="1B5E2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689250" y="6530260"/>
              <a:ext cx="240707" cy="331629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435" b="1">
                  <a:solidFill>
                    <a:srgbClr val="FFFFFF"/>
                  </a:solidFill>
                </a:rPr>
                <a:t>5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238219" y="6457950"/>
              <a:ext cx="7524561" cy="533399"/>
            </a:xfrm>
            <a:prstGeom prst="rect">
              <a:avLst/>
            </a:prstGeom>
            <a:noFill/>
          </p:spPr>
          <p:txBody>
            <a:bodyPr wrap="square" lIns="73152" tIns="54864" rIns="73152" bIns="54864" anchor="ctr">
              <a:spAutoFit/>
            </a:bodyPr>
            <a:lstStyle/>
            <a:p>
              <a:pPr algn="l">
                <a:lnSpc>
                  <a:spcPts val="18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96" b="0">
                  <a:solidFill>
                    <a:srgbClr val="333333"/>
                  </a:solidFill>
                </a:rPr>
                <a:t> Match </a:t>
              </a:r>
              <a:r>
                <a:rPr sz="1196" b="1">
                  <a:solidFill>
                    <a:srgbClr val="C6A135"/>
                  </a:solidFill>
                </a:rPr>
                <a:t>CONCEPTUAL MODEL</a:t>
              </a:r>
              <a:r>
                <a:rPr sz="1196" b="0">
                  <a:solidFill>
                    <a:srgbClr val="333333"/>
                  </a:solidFill>
                </a:rPr>
                <a:t> to user's </a:t>
              </a:r>
              <a:r>
                <a:rPr sz="1196" b="1">
                  <a:solidFill>
                    <a:srgbClr val="C6A135"/>
                  </a:solidFill>
                </a:rPr>
                <a:t>MENTAL MODEL</a:t>
              </a:r>
              <a:r>
                <a:rPr sz="1196" b="0">
                  <a:solidFill>
                    <a:srgbClr val="333333"/>
                  </a:solidFill>
                </a:rPr>
                <a:t> → Drag-drop matches what users expect from modern apps 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380990" y="7299959"/>
              <a:ext cx="11429714" cy="552450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ctr">
                <a:spcBef>
                  <a:spcPts val="1950"/>
                </a:spcBef>
                <a:spcAft>
                  <a:spcPts val="0"/>
                </a:spcAft>
              </a:pPr>
              <a:r>
                <a:rPr sz="1315" b="1" dirty="0">
                  <a:solidFill>
                    <a:srgbClr val="1B5E20"/>
                  </a:solidFill>
                </a:rPr>
                <a:t>🎯 Our redesign transforms frustration into intuitive experience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4764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B5E20">
                  <a:alpha val="85000"/>
                </a:srgbClr>
              </a:gs>
              <a:gs pos="100000">
                <a:srgbClr val="1B5E20">
                  <a:alpha val="85000"/>
                </a:srgbClr>
              </a:gs>
            </a:gsLst>
            <a:lin ang="162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11239219" y="380999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C6A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382090" y="555948"/>
            <a:ext cx="285742" cy="22160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429014" y="495299"/>
            <a:ext cx="3343191" cy="7619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950"/>
              </a:spcAft>
            </a:pPr>
            <a:r>
              <a:rPr sz="3827" b="1">
                <a:solidFill>
                  <a:srgbClr val="FFFFFF"/>
                </a:solidFill>
              </a:rPr>
              <a:t>THANK YOU!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14857" y="1635227"/>
            <a:ext cx="761980" cy="57764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095547" y="2971800"/>
            <a:ext cx="6000599" cy="2857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C6A135"/>
              </a:gs>
              <a:gs pos="100000">
                <a:srgbClr val="000000">
                  <a:alpha val="0"/>
                </a:srgbClr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095547" y="5758867"/>
            <a:ext cx="6000599" cy="2857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C6A135"/>
              </a:gs>
              <a:gs pos="100000">
                <a:srgbClr val="000000">
                  <a:alpha val="0"/>
                </a:srgbClr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971925" y="6124574"/>
            <a:ext cx="2238319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130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</a:rPr>
              <a:t>HCI Course - December 2025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C95C9865-94E4-B1CF-5FBF-B5E604A4C79A}"/>
              </a:ext>
            </a:extLst>
          </p:cNvPr>
          <p:cNvGrpSpPr/>
          <p:nvPr/>
        </p:nvGrpSpPr>
        <p:grpSpPr>
          <a:xfrm>
            <a:off x="4971925" y="3223489"/>
            <a:ext cx="2318197" cy="2312264"/>
            <a:chOff x="3588827" y="3204251"/>
            <a:chExt cx="2318197" cy="2312264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62FB02CB-C1DF-2B22-0831-EFA77FD40A56}"/>
                </a:ext>
              </a:extLst>
            </p:cNvPr>
            <p:cNvGrpSpPr/>
            <p:nvPr/>
          </p:nvGrpSpPr>
          <p:grpSpPr>
            <a:xfrm>
              <a:off x="3588829" y="3204251"/>
              <a:ext cx="2318195" cy="428625"/>
              <a:chOff x="3581310" y="5219700"/>
              <a:chExt cx="2318195" cy="428625"/>
            </a:xfrm>
          </p:grpSpPr>
          <p:sp>
            <p:nvSpPr>
              <p:cNvPr id="10" name="Rounded Rectangle 9"/>
              <p:cNvSpPr/>
              <p:nvPr/>
            </p:nvSpPr>
            <p:spPr>
              <a:xfrm>
                <a:off x="3581310" y="5219700"/>
                <a:ext cx="2318195" cy="428625"/>
              </a:xfrm>
              <a:prstGeom prst="roundRect">
                <a:avLst>
                  <a:gd name="adj" fmla="val 133333"/>
                </a:avLst>
              </a:prstGeom>
              <a:solidFill>
                <a:srgbClr val="FFFFFF">
                  <a:alpha val="10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dirty="0"/>
              </a:p>
            </p:txBody>
          </p:sp>
          <p:pic>
            <p:nvPicPr>
              <p:cNvPr id="11" name="Picture 10" descr="image.png"/>
              <p:cNvPicPr>
                <a:picLocks noChangeAspect="1"/>
              </p:cNvPicPr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3771805" y="5346382"/>
                <a:ext cx="228594" cy="165734"/>
              </a:xfrm>
              <a:prstGeom prst="rect">
                <a:avLst/>
              </a:prstGeom>
            </p:spPr>
          </p:pic>
          <p:sp>
            <p:nvSpPr>
              <p:cNvPr id="12" name="TextBox 11"/>
              <p:cNvSpPr txBox="1"/>
              <p:nvPr/>
            </p:nvSpPr>
            <p:spPr>
              <a:xfrm>
                <a:off x="4010908" y="5286600"/>
                <a:ext cx="1712264" cy="294824"/>
              </a:xfrm>
              <a:prstGeom prst="rect">
                <a:avLst/>
              </a:prstGeom>
              <a:noFill/>
            </p:spPr>
            <p:txBody>
              <a:bodyPr wrap="none" lIns="73152" tIns="54864" rIns="73152" bIns="54864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196" b="1" dirty="0">
                    <a:solidFill>
                      <a:srgbClr val="FFFFFF"/>
                    </a:solidFill>
                  </a:rPr>
                  <a:t>Ahmed Tamer Al-</a:t>
                </a:r>
                <a:r>
                  <a:rPr lang="en-US" sz="1196" b="1" dirty="0" err="1">
                    <a:solidFill>
                      <a:srgbClr val="FFFFFF"/>
                    </a:solidFill>
                  </a:rPr>
                  <a:t>Nahhal</a:t>
                </a:r>
                <a:endParaRPr sz="1196" b="1" dirty="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5F828D81-BBE1-951B-4547-76D5A8A54CE1}"/>
                </a:ext>
              </a:extLst>
            </p:cNvPr>
            <p:cNvGrpSpPr/>
            <p:nvPr/>
          </p:nvGrpSpPr>
          <p:grpSpPr>
            <a:xfrm>
              <a:off x="3588829" y="3831907"/>
              <a:ext cx="2318195" cy="428625"/>
              <a:chOff x="3581310" y="5219700"/>
              <a:chExt cx="2318195" cy="428625"/>
            </a:xfrm>
          </p:grpSpPr>
          <p:sp>
            <p:nvSpPr>
              <p:cNvPr id="35" name="Rounded Rectangle 9">
                <a:extLst>
                  <a:ext uri="{FF2B5EF4-FFF2-40B4-BE49-F238E27FC236}">
                    <a16:creationId xmlns:a16="http://schemas.microsoft.com/office/drawing/2014/main" id="{AF878A2D-7345-B752-049C-268F27606B36}"/>
                  </a:ext>
                </a:extLst>
              </p:cNvPr>
              <p:cNvSpPr/>
              <p:nvPr/>
            </p:nvSpPr>
            <p:spPr>
              <a:xfrm>
                <a:off x="3581310" y="5219700"/>
                <a:ext cx="2318195" cy="428625"/>
              </a:xfrm>
              <a:prstGeom prst="roundRect">
                <a:avLst>
                  <a:gd name="adj" fmla="val 133333"/>
                </a:avLst>
              </a:prstGeom>
              <a:solidFill>
                <a:srgbClr val="FFFFFF">
                  <a:alpha val="10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dirty="0"/>
              </a:p>
            </p:txBody>
          </p:sp>
          <p:pic>
            <p:nvPicPr>
              <p:cNvPr id="36" name="Picture 35" descr="image.png">
                <a:extLst>
                  <a:ext uri="{FF2B5EF4-FFF2-40B4-BE49-F238E27FC236}">
                    <a16:creationId xmlns:a16="http://schemas.microsoft.com/office/drawing/2014/main" id="{33997556-5E79-8C40-7C9B-C6A611CF3CB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3771805" y="5346382"/>
                <a:ext cx="228594" cy="165734"/>
              </a:xfrm>
              <a:prstGeom prst="rect">
                <a:avLst/>
              </a:prstGeom>
            </p:spPr>
          </p:pic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04DB41F4-100A-7928-405E-91C55D5EB315}"/>
                  </a:ext>
                </a:extLst>
              </p:cNvPr>
              <p:cNvSpPr txBox="1"/>
              <p:nvPr/>
            </p:nvSpPr>
            <p:spPr>
              <a:xfrm>
                <a:off x="4071020" y="5286600"/>
                <a:ext cx="1592039" cy="294824"/>
              </a:xfrm>
              <a:prstGeom prst="rect">
                <a:avLst/>
              </a:prstGeom>
              <a:noFill/>
            </p:spPr>
            <p:txBody>
              <a:bodyPr wrap="none" lIns="73152" tIns="54864" rIns="73152" bIns="54864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196" b="1" dirty="0">
                    <a:solidFill>
                      <a:srgbClr val="FFFFFF"/>
                    </a:solidFill>
                  </a:rPr>
                  <a:t>Ahmed </a:t>
                </a:r>
                <a:r>
                  <a:rPr lang="en-US" sz="1196" b="1" dirty="0" err="1">
                    <a:solidFill>
                      <a:srgbClr val="FFFFFF"/>
                    </a:solidFill>
                  </a:rPr>
                  <a:t>kareem</a:t>
                </a:r>
                <a:r>
                  <a:rPr lang="en-US" sz="1196" b="1" dirty="0">
                    <a:solidFill>
                      <a:srgbClr val="FFFFFF"/>
                    </a:solidFill>
                  </a:rPr>
                  <a:t> </a:t>
                </a:r>
                <a:r>
                  <a:rPr lang="en-US" sz="1196" b="1" dirty="0" err="1">
                    <a:solidFill>
                      <a:srgbClr val="FFFFFF"/>
                    </a:solidFill>
                  </a:rPr>
                  <a:t>Biltagy</a:t>
                </a:r>
                <a:endParaRPr lang="en-US" sz="1196" b="1" dirty="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E308376E-C98A-BD5C-3182-A048B1B0EC97}"/>
                </a:ext>
              </a:extLst>
            </p:cNvPr>
            <p:cNvGrpSpPr/>
            <p:nvPr/>
          </p:nvGrpSpPr>
          <p:grpSpPr>
            <a:xfrm>
              <a:off x="3588828" y="4463160"/>
              <a:ext cx="2318195" cy="428625"/>
              <a:chOff x="3581310" y="5219700"/>
              <a:chExt cx="2318195" cy="428625"/>
            </a:xfrm>
          </p:grpSpPr>
          <p:sp>
            <p:nvSpPr>
              <p:cNvPr id="39" name="Rounded Rectangle 9">
                <a:extLst>
                  <a:ext uri="{FF2B5EF4-FFF2-40B4-BE49-F238E27FC236}">
                    <a16:creationId xmlns:a16="http://schemas.microsoft.com/office/drawing/2014/main" id="{1D71E864-ABB6-FDE6-AC19-018CC5AABB6D}"/>
                  </a:ext>
                </a:extLst>
              </p:cNvPr>
              <p:cNvSpPr/>
              <p:nvPr/>
            </p:nvSpPr>
            <p:spPr>
              <a:xfrm>
                <a:off x="3581310" y="5219700"/>
                <a:ext cx="2318195" cy="428625"/>
              </a:xfrm>
              <a:prstGeom prst="roundRect">
                <a:avLst>
                  <a:gd name="adj" fmla="val 133333"/>
                </a:avLst>
              </a:prstGeom>
              <a:solidFill>
                <a:srgbClr val="FFFFFF">
                  <a:alpha val="10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dirty="0"/>
              </a:p>
            </p:txBody>
          </p:sp>
          <p:pic>
            <p:nvPicPr>
              <p:cNvPr id="40" name="Picture 39" descr="image.png">
                <a:extLst>
                  <a:ext uri="{FF2B5EF4-FFF2-40B4-BE49-F238E27FC236}">
                    <a16:creationId xmlns:a16="http://schemas.microsoft.com/office/drawing/2014/main" id="{0633324C-906D-CD7A-C734-8ACBB807F61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3771805" y="5346382"/>
                <a:ext cx="228594" cy="165734"/>
              </a:xfrm>
              <a:prstGeom prst="rect">
                <a:avLst/>
              </a:prstGeom>
            </p:spPr>
          </p:pic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DCCB79F7-51E0-ED69-ABCB-D5D45C9B28C5}"/>
                  </a:ext>
                </a:extLst>
              </p:cNvPr>
              <p:cNvSpPr txBox="1"/>
              <p:nvPr/>
            </p:nvSpPr>
            <p:spPr>
              <a:xfrm>
                <a:off x="3925147" y="5286600"/>
                <a:ext cx="1883785" cy="294824"/>
              </a:xfrm>
              <a:prstGeom prst="rect">
                <a:avLst/>
              </a:prstGeom>
              <a:noFill/>
            </p:spPr>
            <p:txBody>
              <a:bodyPr wrap="none" lIns="73152" tIns="54864" rIns="73152" bIns="54864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196" b="1" dirty="0">
                    <a:solidFill>
                      <a:srgbClr val="FFFFFF"/>
                    </a:solidFill>
                  </a:rPr>
                  <a:t>Saeid Muhammed </a:t>
                </a:r>
                <a:r>
                  <a:rPr lang="en-US" sz="1196" b="1" dirty="0" err="1">
                    <a:solidFill>
                      <a:srgbClr val="FFFFFF"/>
                    </a:solidFill>
                  </a:rPr>
                  <a:t>Elkhouly</a:t>
                </a:r>
                <a:endParaRPr lang="en-US" sz="1196" b="1" dirty="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E6D8EF28-BA87-27BF-39A4-AC5BFB938B86}"/>
                </a:ext>
              </a:extLst>
            </p:cNvPr>
            <p:cNvGrpSpPr/>
            <p:nvPr/>
          </p:nvGrpSpPr>
          <p:grpSpPr>
            <a:xfrm>
              <a:off x="3588827" y="5087890"/>
              <a:ext cx="2318195" cy="428625"/>
              <a:chOff x="3581310" y="5219700"/>
              <a:chExt cx="2318195" cy="428625"/>
            </a:xfrm>
          </p:grpSpPr>
          <p:sp>
            <p:nvSpPr>
              <p:cNvPr id="43" name="Rounded Rectangle 9">
                <a:extLst>
                  <a:ext uri="{FF2B5EF4-FFF2-40B4-BE49-F238E27FC236}">
                    <a16:creationId xmlns:a16="http://schemas.microsoft.com/office/drawing/2014/main" id="{22EE5B98-E9BE-B540-0605-B978A1F35F9D}"/>
                  </a:ext>
                </a:extLst>
              </p:cNvPr>
              <p:cNvSpPr/>
              <p:nvPr/>
            </p:nvSpPr>
            <p:spPr>
              <a:xfrm>
                <a:off x="3581310" y="5219700"/>
                <a:ext cx="2318195" cy="428625"/>
              </a:xfrm>
              <a:prstGeom prst="roundRect">
                <a:avLst>
                  <a:gd name="adj" fmla="val 133333"/>
                </a:avLst>
              </a:prstGeom>
              <a:solidFill>
                <a:srgbClr val="FFFFFF">
                  <a:alpha val="10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dirty="0"/>
              </a:p>
            </p:txBody>
          </p:sp>
          <p:pic>
            <p:nvPicPr>
              <p:cNvPr id="44" name="Picture 43" descr="image.png">
                <a:extLst>
                  <a:ext uri="{FF2B5EF4-FFF2-40B4-BE49-F238E27FC236}">
                    <a16:creationId xmlns:a16="http://schemas.microsoft.com/office/drawing/2014/main" id="{75D9F3F4-B6D8-B636-511E-F4100ACF68B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3771805" y="5346382"/>
                <a:ext cx="228594" cy="165734"/>
              </a:xfrm>
              <a:prstGeom prst="rect">
                <a:avLst/>
              </a:prstGeom>
            </p:spPr>
          </p:pic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6DE7195-FCF0-82CD-C735-C7151F6AB7C9}"/>
                  </a:ext>
                </a:extLst>
              </p:cNvPr>
              <p:cNvSpPr txBox="1"/>
              <p:nvPr/>
            </p:nvSpPr>
            <p:spPr>
              <a:xfrm>
                <a:off x="3874653" y="5286600"/>
                <a:ext cx="1984774" cy="294824"/>
              </a:xfrm>
              <a:prstGeom prst="rect">
                <a:avLst/>
              </a:prstGeom>
              <a:noFill/>
            </p:spPr>
            <p:txBody>
              <a:bodyPr wrap="none" lIns="73152" tIns="54864" rIns="73152" bIns="54864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196" b="1" dirty="0">
                    <a:solidFill>
                      <a:srgbClr val="FFFFFF"/>
                    </a:solidFill>
                  </a:rPr>
                  <a:t>Salman Muhammed Mohsen</a:t>
                </a: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286</TotalTime>
  <Words>1225</Words>
  <Application>Microsoft Office PowerPoint</Application>
  <PresentationFormat>Widescreen</PresentationFormat>
  <Paragraphs>298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احمد تامر فكرى عبدالحليم النحال</cp:lastModifiedBy>
  <cp:revision>2</cp:revision>
  <dcterms:created xsi:type="dcterms:W3CDTF">2013-01-27T09:14:16Z</dcterms:created>
  <dcterms:modified xsi:type="dcterms:W3CDTF">2025-12-18T21:39:54Z</dcterms:modified>
  <cp:category/>
</cp:coreProperties>
</file>